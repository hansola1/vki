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61" r:id="rId4"/>
    <p:sldId id="260" r:id="rId5"/>
    <p:sldId id="262" r:id="rId6"/>
    <p:sldId id="264" r:id="rId7"/>
    <p:sldId id="265" r:id="rId8"/>
    <p:sldId id="263" r:id="rId9"/>
    <p:sldId id="266" r:id="rId10"/>
    <p:sldId id="268" r:id="rId11"/>
    <p:sldId id="267" r:id="rId12"/>
    <p:sldId id="259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2E93"/>
    <a:srgbClr val="995BCC"/>
    <a:srgbClr val="6C1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04" autoAdjust="0"/>
  </p:normalViewPr>
  <p:slideViewPr>
    <p:cSldViewPr snapToGrid="0">
      <p:cViewPr varScale="1">
        <p:scale>
          <a:sx n="88" d="100"/>
          <a:sy n="88" d="100"/>
        </p:scale>
        <p:origin x="318" y="8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392180-FD14-4913-9D18-66C9AD820358}" type="datetimeFigureOut">
              <a:rPr lang="ru-RU" smtClean="0"/>
              <a:pPr/>
              <a:t>22.12.2025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+mn-lt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</a:rPr>
              <a:t>MS SQL</a:t>
            </a:r>
            <a:r>
              <a:rPr lang="ru-RU" sz="3200" b="1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</a:t>
            </a:r>
            <a:r>
              <a:rPr lang="ru-RU" sz="3200" b="1" dirty="0">
                <a:latin typeface="+mn-lt"/>
              </a:rPr>
              <a:t> возможностью управления клонами и мониторингом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/>
              <a:t>Высший колледж информатики Университета (ВКИ НГУ)</a:t>
            </a:r>
          </a:p>
          <a:p>
            <a:r>
              <a:rPr lang="ru-RU" b="1" dirty="0"/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266511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</a:rPr>
              <a:t>2025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0004"/>
            <a:ext cx="10515600" cy="1325563"/>
          </a:xfrm>
        </p:spPr>
        <p:txBody>
          <a:bodyPr/>
          <a:lstStyle/>
          <a:p>
            <a:r>
              <a:rPr lang="ru-RU" b="1" dirty="0"/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2168"/>
            <a:ext cx="10515600" cy="792069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Разработано по заказу компании ООО «БАЙТ» («Автотрейд»</a:t>
            </a:r>
            <a:r>
              <a:rPr lang="en-US" dirty="0"/>
              <a:t>).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Picture 6" descr="Microsoft Sql Server Logo Png">
            <a:extLst>
              <a:ext uri="{FF2B5EF4-FFF2-40B4-BE49-F238E27FC236}">
                <a16:creationId xmlns:a16="http://schemas.microsoft.com/office/drawing/2014/main" id="{FD2A3D73-1BDB-492A-0A85-89E74B48B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629" y="2586433"/>
            <a:ext cx="3578494" cy="2892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53978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ru-RU" dirty="0"/>
              <a:t>Цель работы: </a:t>
            </a:r>
            <a:r>
              <a:rPr lang="ru-RU" sz="2000" dirty="0"/>
              <a:t>Разработка системы централизованного управления копиями баз данных MS SQL с возможностью создания образов и развёртывания клонов через веб-интерфейс на .NET Core и Blazor</a:t>
            </a:r>
            <a:r>
              <a:rPr lang="en-US" sz="2000" dirty="0"/>
              <a:t>.</a:t>
            </a:r>
            <a:endParaRPr lang="ru-RU" sz="2000" dirty="0"/>
          </a:p>
          <a:p>
            <a:pPr>
              <a:lnSpc>
                <a:spcPct val="110000"/>
              </a:lnSpc>
            </a:pPr>
            <a:r>
              <a:rPr lang="ru-RU" dirty="0"/>
              <a:t>Задачи: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архитектуры согласно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Реализация функционала службы-агента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клиентской (браузерной)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серверной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Тестирование и отладка веб-приложения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endParaRPr lang="ru-RU" sz="2000" dirty="0"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4430" y="745054"/>
            <a:ext cx="5659584" cy="5659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681316"/>
          </a:xfrm>
        </p:spPr>
        <p:txBody>
          <a:bodyPr/>
          <a:lstStyle/>
          <a:p>
            <a:r>
              <a:rPr lang="ru-RU" b="1" dirty="0">
                <a:solidFill>
                  <a:srgbClr val="C00000"/>
                </a:solidFill>
                <a:latin typeface="+mn-lt"/>
              </a:rPr>
              <a:t>Аналоги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577" y="1541260"/>
            <a:ext cx="3507476" cy="3597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2140800" y="5253911"/>
            <a:ext cx="2031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Redgate SQL clone</a:t>
            </a:r>
            <a:endParaRPr lang="ru-RU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0">
              <a:schemeClr val="bg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359" y="271479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rgbClr val="662E93"/>
                </a:solidFill>
                <a:latin typeface="+mn-lt"/>
                <a:cs typeface="Times New Roman" panose="02020603050405020304" pitchFamily="18" charset="0"/>
              </a:rPr>
              <a:t>Программные средства разработки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3182" y="2055768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104" y="4209304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004" y="2138450"/>
            <a:ext cx="1290550" cy="129055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3658" y="2055768"/>
            <a:ext cx="1948522" cy="1219730"/>
          </a:xfrm>
          <a:prstGeom prst="rect">
            <a:avLst/>
          </a:prstGeom>
        </p:spPr>
      </p:pic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1210359" y="5751052"/>
            <a:ext cx="230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.NET Core  (</a:t>
            </a:r>
            <a:r>
              <a:rPr lang="en-US" dirty="0"/>
              <a:t>ASP.NET</a:t>
            </a:r>
            <a:r>
              <a:rPr lang="ru-RU" dirty="0"/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181" y="4149788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922" y="4230586"/>
            <a:ext cx="2018897" cy="1472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36608" y="365125"/>
            <a:ext cx="10515600" cy="1325563"/>
          </a:xfrm>
        </p:spPr>
        <p:txBody>
          <a:bodyPr/>
          <a:lstStyle/>
          <a:p>
            <a:r>
              <a:rPr lang="en-US" b="1" dirty="0"/>
              <a:t>UML </a:t>
            </a:r>
            <a:r>
              <a:rPr lang="ru-RU" b="1" dirty="0"/>
              <a:t>диаграмма последовательности для процесса клонирования базы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19B42E-70DE-7647-5BC8-A510B3C96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767" y="1755950"/>
            <a:ext cx="8679782" cy="4736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Диаграмма прецедентов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203476-AB47-4ABA-19B8-838AAB5D7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74" y="1690688"/>
            <a:ext cx="11452979" cy="4503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116415B-0FF3-9266-88BF-6B785AB2E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40" y="1607223"/>
            <a:ext cx="7412148" cy="48414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6368-DC0E-2816-0C34-9AF31F80D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358553-CB87-61FE-2FC8-83E183DCE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2E8F9CA-869D-A9D9-DD4B-7BC300E33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691" y="1540825"/>
            <a:ext cx="6902151" cy="495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3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8413C-0549-A625-79F0-C4F0080D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56E4F-BF31-4A6F-83D9-32AE73AE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B23A3A3-7AA6-8C84-3B4E-DAFFBC97A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708" y="1429265"/>
            <a:ext cx="3880269" cy="522039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D3D2AD-75EA-1535-9E2B-8ADBB6F1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29265"/>
            <a:ext cx="3851108" cy="522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00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0CD7B-613B-1CE3-D4E8-A5524958E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8FE07E-F65E-5FF2-A97E-65A706AA7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7FDEC0E-37AD-22EB-1DD3-315926863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19" y="1558840"/>
            <a:ext cx="6618920" cy="49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497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2542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В данным момент в ходе реализации поставленной цели были выполнены следующие задачи: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Выявлены ключевые потребности, которые должен покрывать продукт.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технического задания и согласование с заказчиком, внесение правок в ТЗ. 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макета веб-клиента, диаграмм. </a:t>
            </a:r>
          </a:p>
          <a:p>
            <a:pPr algn="just">
              <a:lnSpc>
                <a:spcPct val="150000"/>
              </a:lnSpc>
            </a:pPr>
            <a:endParaRPr lang="ru-RU" sz="15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ru-RU" sz="1500" dirty="0">
              <a:solidFill>
                <a:srgbClr val="000000"/>
              </a:solidFill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382</TotalTime>
  <Words>192</Words>
  <Application>Microsoft Office PowerPoint</Application>
  <PresentationFormat>Широкоэкранный</PresentationFormat>
  <Paragraphs>37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Тема Office</vt:lpstr>
      <vt:lpstr>Разработка корпоративного веб-приложения для клонирования баз данных MS SQL c возможностью управления клонами и мониторингом</vt:lpstr>
      <vt:lpstr>Актуальность</vt:lpstr>
      <vt:lpstr>Цель и задачи</vt:lpstr>
      <vt:lpstr>Аналоги</vt:lpstr>
      <vt:lpstr>Программные средства разработки</vt:lpstr>
      <vt:lpstr>UML диаграмма последовательности для процесса клонирования базы данных</vt:lpstr>
      <vt:lpstr>Диаграмма прецедентов</vt:lpstr>
      <vt:lpstr>Макет веб-клиента</vt:lpstr>
      <vt:lpstr>Макет веб-клиента</vt:lpstr>
      <vt:lpstr>Макет веб-клиента</vt:lpstr>
      <vt:lpstr>Макет веб-клиента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61</cp:revision>
  <dcterms:created xsi:type="dcterms:W3CDTF">2025-12-16T11:40:20Z</dcterms:created>
  <dcterms:modified xsi:type="dcterms:W3CDTF">2025-12-22T05:57:53Z</dcterms:modified>
</cp:coreProperties>
</file>