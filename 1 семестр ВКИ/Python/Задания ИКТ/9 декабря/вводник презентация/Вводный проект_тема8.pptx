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3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55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45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17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64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9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67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97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2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6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67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95846-05DC-496F-9356-D3303B12CB1D}" type="datetimeFigureOut">
              <a:rPr lang="ru-RU" smtClean="0"/>
              <a:t>27.01.2020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30D65-289E-48E9-95F1-A8392FEE2B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37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Таблица рекордов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Файлы для хранения списков</a:t>
            </a:r>
            <a:endParaRPr lang="ru-RU" sz="3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29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Файлы для хранения списков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В </a:t>
            </a:r>
            <a:r>
              <a:rPr lang="ru-RU" dirty="0" err="1"/>
              <a:t>Python</a:t>
            </a:r>
            <a:r>
              <a:rPr lang="ru-RU" dirty="0"/>
              <a:t> существует </a:t>
            </a:r>
            <a:r>
              <a:rPr lang="ru-RU" dirty="0" smtClean="0"/>
              <a:t>простой </a:t>
            </a:r>
            <a:r>
              <a:rPr lang="ru-RU" dirty="0"/>
              <a:t>способ</a:t>
            </a:r>
          </a:p>
          <a:p>
            <a:r>
              <a:rPr lang="ru-RU" dirty="0"/>
              <a:t>сохранения списков и объектов.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этого применяется</a:t>
            </a:r>
          </a:p>
          <a:p>
            <a:r>
              <a:rPr lang="ru-RU" dirty="0"/>
              <a:t>модуль </a:t>
            </a:r>
            <a:r>
              <a:rPr lang="ru-RU" dirty="0" err="1"/>
              <a:t>pickle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забавное название переводится как</a:t>
            </a:r>
          </a:p>
          <a:p>
            <a:r>
              <a:rPr lang="ru-RU" dirty="0"/>
              <a:t>«маринованный огурец». </a:t>
            </a:r>
            <a:endParaRPr lang="ru-RU" dirty="0" smtClean="0"/>
          </a:p>
          <a:p>
            <a:r>
              <a:rPr lang="ru-RU" dirty="0" smtClean="0"/>
              <a:t>Маринование </a:t>
            </a:r>
            <a:r>
              <a:rPr lang="ru-RU" dirty="0"/>
              <a:t>— это способ сохранения пищи для использования в будущем.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 err="1"/>
              <a:t>Python</a:t>
            </a:r>
            <a:r>
              <a:rPr lang="ru-RU" dirty="0"/>
              <a:t> вы «</a:t>
            </a:r>
            <a:r>
              <a:rPr lang="ru-RU" dirty="0" smtClean="0"/>
              <a:t>маринуете</a:t>
            </a:r>
            <a:r>
              <a:rPr lang="ru-RU" dirty="0"/>
              <a:t>» свои данные, чтобы получить возможность сохранить их на диске и </a:t>
            </a:r>
            <a:r>
              <a:rPr lang="ru-RU" dirty="0" smtClean="0"/>
              <a:t>использовать в </a:t>
            </a:r>
            <a:r>
              <a:rPr lang="ru-RU" dirty="0"/>
              <a:t>дальнейшем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Все вполне логично!</a:t>
            </a:r>
          </a:p>
        </p:txBody>
      </p:sp>
    </p:spTree>
    <p:extLst>
      <p:ext uri="{BB962C8B-B14F-4D97-AF65-F5344CB8AC3E}">
        <p14:creationId xmlns:p14="http://schemas.microsoft.com/office/powerpoint/2010/main" val="145347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Файлы для хранения списков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применения команды </a:t>
            </a:r>
            <a:r>
              <a:rPr lang="ru-RU" dirty="0" err="1"/>
              <a:t>pickle</a:t>
            </a:r>
            <a:r>
              <a:rPr lang="ru-RU" dirty="0"/>
              <a:t> первым делом следует импортировать одноименный</a:t>
            </a:r>
          </a:p>
          <a:p>
            <a:r>
              <a:rPr lang="ru-RU" dirty="0"/>
              <a:t>модуль: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b="1" dirty="0"/>
              <a:t> </a:t>
            </a:r>
            <a:r>
              <a:rPr lang="en-US" dirty="0"/>
              <a:t>pickle</a:t>
            </a:r>
          </a:p>
          <a:p>
            <a:r>
              <a:rPr lang="ru-RU" dirty="0"/>
              <a:t>Затем, чтобы «замариновать» что-нибудь, например список, используйте функцию</a:t>
            </a:r>
          </a:p>
          <a:p>
            <a:r>
              <a:rPr lang="ru-RU" dirty="0" err="1"/>
              <a:t>dump</a:t>
            </a:r>
            <a:r>
              <a:rPr lang="ru-RU" dirty="0"/>
              <a:t>().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английское слово означает «сброс». Имя функции легко запомнить, </a:t>
            </a:r>
            <a:r>
              <a:rPr lang="ru-RU" dirty="0" smtClean="0"/>
              <a:t>если </a:t>
            </a:r>
            <a:r>
              <a:rPr lang="ru-RU" dirty="0"/>
              <a:t>представить, как огурцы кладут в банку. Функция </a:t>
            </a:r>
            <a:r>
              <a:rPr lang="ru-RU" dirty="0" err="1"/>
              <a:t>dump</a:t>
            </a:r>
            <a:r>
              <a:rPr lang="ru-RU" dirty="0"/>
              <a:t>() работает с файловыми </a:t>
            </a:r>
            <a:r>
              <a:rPr lang="ru-RU" dirty="0" smtClean="0"/>
              <a:t>объектами</a:t>
            </a:r>
            <a:r>
              <a:rPr lang="ru-RU" dirty="0"/>
              <a:t>, и </a:t>
            </a:r>
            <a:r>
              <a:rPr lang="ru-RU" dirty="0" smtClean="0"/>
              <a:t>первым делом нужно создать такой объект: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154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Файлы для хранения списков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Это делается так:</a:t>
            </a:r>
          </a:p>
          <a:p>
            <a:r>
              <a:rPr lang="ru-RU" dirty="0" smtClean="0"/>
              <a:t>Создаем список с именами игроков и количеством их очков.</a:t>
            </a:r>
          </a:p>
          <a:p>
            <a:r>
              <a:rPr lang="ru-RU" dirty="0" smtClean="0"/>
              <a:t>Например, такой:</a:t>
            </a:r>
            <a:endParaRPr lang="en-US" dirty="0" smtClean="0"/>
          </a:p>
          <a:p>
            <a:r>
              <a:rPr lang="en-US" dirty="0" smtClean="0"/>
              <a:t>names=["Unknown","Unknown","Unknown","Unknown","Unknown",0,0,0,0,0,]</a:t>
            </a:r>
          </a:p>
          <a:p>
            <a:r>
              <a:rPr lang="en-US" dirty="0" smtClean="0"/>
              <a:t>C </a:t>
            </a:r>
            <a:r>
              <a:rPr lang="ru-RU" dirty="0" smtClean="0"/>
              <a:t>помощью короткой программы создаем файл и одновременно заносим в него список: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5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Файлы для хранения списков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mport</a:t>
            </a:r>
            <a:r>
              <a:rPr lang="en-US" dirty="0" smtClean="0"/>
              <a:t> pickle</a:t>
            </a:r>
          </a:p>
          <a:p>
            <a:r>
              <a:rPr lang="en-US" dirty="0" smtClean="0"/>
              <a:t>names=["Unknown","Unknown","Unknown","Unknown","Unknown",0,0,0,0,0,]</a:t>
            </a:r>
          </a:p>
          <a:p>
            <a:r>
              <a:rPr lang="en-US" dirty="0" err="1" smtClean="0"/>
              <a:t>pickle_file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7030A0"/>
                </a:solidFill>
              </a:rPr>
              <a:t>open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err="1" smtClean="0">
                <a:solidFill>
                  <a:srgbClr val="00B050"/>
                </a:solidFill>
              </a:rPr>
              <a:t>my_rec.pkl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err="1" smtClean="0">
                <a:solidFill>
                  <a:srgbClr val="00B050"/>
                </a:solidFill>
              </a:rPr>
              <a:t>wb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)#</a:t>
            </a:r>
            <a:r>
              <a:rPr lang="ru-RU" dirty="0" smtClean="0"/>
              <a:t>открытие файла для записи</a:t>
            </a:r>
            <a:endParaRPr lang="en-US" dirty="0" smtClean="0"/>
          </a:p>
          <a:p>
            <a:r>
              <a:rPr lang="en-US" dirty="0" err="1" smtClean="0"/>
              <a:t>pickle.dump</a:t>
            </a:r>
            <a:r>
              <a:rPr lang="en-US" dirty="0" smtClean="0"/>
              <a:t>(names, </a:t>
            </a:r>
            <a:r>
              <a:rPr lang="en-US" dirty="0" err="1" smtClean="0"/>
              <a:t>pickle_file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pickle_file.close</a:t>
            </a:r>
            <a:r>
              <a:rPr lang="en-US" dirty="0" smtClean="0"/>
              <a:t>()</a:t>
            </a:r>
            <a:endParaRPr lang="ru-RU" dirty="0" smtClean="0"/>
          </a:p>
          <a:p>
            <a:r>
              <a:rPr lang="ru-RU" dirty="0" smtClean="0"/>
              <a:t>Все! Файл существует. В дальнейшем в не м появятся реальные имена и очки. Теперь его нужно вывести на экран.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197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4466" y="167058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mport</a:t>
            </a:r>
            <a:r>
              <a:rPr lang="en-US" dirty="0" smtClean="0"/>
              <a:t> pickle</a:t>
            </a:r>
          </a:p>
          <a:p>
            <a:r>
              <a:rPr lang="en-US" dirty="0" smtClean="0"/>
              <a:t>names=["Unknown","Unknown","Unknown","Unknown","Unknown",0,0,0,0,0,]</a:t>
            </a:r>
          </a:p>
          <a:p>
            <a:r>
              <a:rPr lang="en-US" dirty="0" err="1" smtClean="0"/>
              <a:t>pickle_file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7030A0"/>
                </a:solidFill>
              </a:rPr>
              <a:t>open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err="1" smtClean="0">
                <a:solidFill>
                  <a:srgbClr val="00B050"/>
                </a:solidFill>
              </a:rPr>
              <a:t>my_rec.pkl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err="1" smtClean="0">
                <a:solidFill>
                  <a:srgbClr val="00B050"/>
                </a:solidFill>
              </a:rPr>
              <a:t>wb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)#</a:t>
            </a:r>
            <a:r>
              <a:rPr lang="ru-RU" dirty="0" smtClean="0"/>
              <a:t>открытие файла для записи</a:t>
            </a:r>
            <a:endParaRPr lang="en-US" dirty="0" smtClean="0"/>
          </a:p>
          <a:p>
            <a:r>
              <a:rPr lang="en-US" dirty="0" err="1" smtClean="0"/>
              <a:t>pickle.dump</a:t>
            </a:r>
            <a:r>
              <a:rPr lang="en-US" dirty="0" smtClean="0"/>
              <a:t>(names, </a:t>
            </a:r>
            <a:r>
              <a:rPr lang="en-US" dirty="0" err="1" smtClean="0"/>
              <a:t>pickle_file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pickle_file.close</a:t>
            </a:r>
            <a:r>
              <a:rPr lang="en-US" dirty="0" smtClean="0"/>
              <a:t>()</a:t>
            </a:r>
            <a:endParaRPr lang="ru-RU" dirty="0" smtClean="0"/>
          </a:p>
          <a:p>
            <a:r>
              <a:rPr lang="ru-RU" dirty="0" smtClean="0"/>
              <a:t>Все! Файл существует. В дальнейшем в нем появятся реальные имена и очки. Теперь его нужно вывести на экран.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26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Этот модуль выполняет одну задачу: выводит на экран список, Содержащий имена игроков и их очки.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 </a:t>
            </a:r>
            <a:r>
              <a:rPr lang="en-US" dirty="0"/>
              <a:t>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85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show_rec</a:t>
            </a:r>
            <a:r>
              <a:rPr lang="en-US" dirty="0"/>
              <a:t>(names):</a:t>
            </a:r>
          </a:p>
          <a:p>
            <a:r>
              <a:rPr lang="en-US" dirty="0"/>
              <a:t>    </a:t>
            </a:r>
            <a:r>
              <a:rPr lang="en-US" dirty="0" err="1" smtClean="0"/>
              <a:t>nam</a:t>
            </a:r>
            <a:r>
              <a:rPr lang="en-US" dirty="0" smtClean="0"/>
              <a:t>=names[0:5]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Имена: первые пять элементов списка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scores=names[5</a:t>
            </a:r>
            <a:r>
              <a:rPr lang="en-US" dirty="0" smtClean="0"/>
              <a:t>:]</a:t>
            </a:r>
            <a:r>
              <a:rPr lang="ru-RU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Очки – последние пять элементов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</a:t>
            </a:r>
            <a:r>
              <a:rPr lang="en-US" dirty="0" err="1"/>
              <a:t>pygame.display.set_caption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Крутая игра"</a:t>
            </a:r>
            <a:r>
              <a:rPr lang="ru-RU" dirty="0"/>
              <a:t>)</a:t>
            </a:r>
          </a:p>
          <a:p>
            <a:r>
              <a:rPr lang="ru-RU" dirty="0"/>
              <a:t>    </a:t>
            </a: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([400, 600])</a:t>
            </a:r>
          </a:p>
          <a:p>
            <a:r>
              <a:rPr lang="en-US" dirty="0"/>
              <a:t>    background = </a:t>
            </a:r>
            <a:r>
              <a:rPr lang="en-US" dirty="0" err="1"/>
              <a:t>pygame.Surface</a:t>
            </a:r>
            <a:r>
              <a:rPr lang="en-US" dirty="0"/>
              <a:t>(</a:t>
            </a:r>
            <a:r>
              <a:rPr lang="en-US" dirty="0" err="1"/>
              <a:t>screen.get_size</a:t>
            </a:r>
            <a:r>
              <a:rPr lang="en-US" dirty="0"/>
              <a:t>())</a:t>
            </a:r>
          </a:p>
          <a:p>
            <a:r>
              <a:rPr lang="en-US" dirty="0"/>
              <a:t>    </a:t>
            </a:r>
            <a:r>
              <a:rPr lang="en-US" dirty="0" err="1"/>
              <a:t>background.fill</a:t>
            </a:r>
            <a:r>
              <a:rPr lang="en-US" dirty="0"/>
              <a:t>([255,255,255])</a:t>
            </a:r>
          </a:p>
          <a:p>
            <a:r>
              <a:rPr lang="en-US" dirty="0"/>
              <a:t>    color = THECOLORS[</a:t>
            </a:r>
            <a:r>
              <a:rPr lang="en-US" dirty="0">
                <a:solidFill>
                  <a:srgbClr val="00B050"/>
                </a:solidFill>
              </a:rPr>
              <a:t>"red"</a:t>
            </a:r>
            <a:r>
              <a:rPr lang="en-US" dirty="0"/>
              <a:t>]</a:t>
            </a:r>
          </a:p>
          <a:p>
            <a:r>
              <a:rPr lang="en-US" dirty="0"/>
              <a:t>    left=300</a:t>
            </a:r>
          </a:p>
          <a:p>
            <a:r>
              <a:rPr lang="en-US" dirty="0"/>
              <a:t>    top=10</a:t>
            </a:r>
          </a:p>
          <a:p>
            <a:r>
              <a:rPr lang="en-US" dirty="0"/>
              <a:t>    font = </a:t>
            </a:r>
            <a:r>
              <a:rPr lang="en-US" dirty="0" err="1"/>
              <a:t>pygame.font.Font</a:t>
            </a:r>
            <a:r>
              <a:rPr lang="en-US" dirty="0"/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/>
              <a:t>, 32)</a:t>
            </a:r>
          </a:p>
          <a:p>
            <a:r>
              <a:rPr lang="en-US" dirty="0"/>
              <a:t>    </a:t>
            </a:r>
            <a:r>
              <a:rPr lang="en-US" dirty="0" err="1"/>
              <a:t>dlina</a:t>
            </a:r>
            <a:r>
              <a:rPr lang="en-US" dirty="0"/>
              <a:t>=</a:t>
            </a:r>
            <a:r>
              <a:rPr lang="en-US" dirty="0" err="1">
                <a:solidFill>
                  <a:srgbClr val="7030A0"/>
                </a:solidFill>
              </a:rPr>
              <a:t>len</a:t>
            </a:r>
            <a:r>
              <a:rPr lang="en-US" dirty="0"/>
              <a:t>(</a:t>
            </a:r>
            <a:r>
              <a:rPr lang="en-US" dirty="0" err="1"/>
              <a:t>nam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252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(0,dlina</a:t>
            </a:r>
            <a:r>
              <a:rPr lang="en-US" dirty="0" smtClean="0"/>
              <a:t>):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Выводим очки (имена будут левее)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       </a:t>
            </a:r>
            <a:r>
              <a:rPr lang="en-US" dirty="0" err="1"/>
              <a:t>sc</a:t>
            </a:r>
            <a:r>
              <a:rPr lang="en-US" dirty="0"/>
              <a:t>=</a:t>
            </a:r>
            <a:r>
              <a:rPr lang="en-US" dirty="0" err="1"/>
              <a:t>str</a:t>
            </a:r>
            <a:r>
              <a:rPr lang="en-US" dirty="0"/>
              <a:t>(scores[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(sc,1, color)</a:t>
            </a:r>
          </a:p>
          <a:p>
            <a:r>
              <a:rPr lang="en-US" dirty="0"/>
              <a:t>        </a:t>
            </a:r>
            <a:r>
              <a:rPr lang="en-US" dirty="0" err="1"/>
              <a:t>background.blit</a:t>
            </a:r>
            <a:r>
              <a:rPr lang="en-US" dirty="0"/>
              <a:t>(text, [left, top] )</a:t>
            </a:r>
          </a:p>
          <a:p>
            <a:r>
              <a:rPr lang="en-US" dirty="0"/>
              <a:t>        top=top+40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702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top=10; left=20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range</a:t>
            </a:r>
            <a:r>
              <a:rPr lang="en-US" dirty="0"/>
              <a:t>(0,dlina):</a:t>
            </a:r>
          </a:p>
          <a:p>
            <a:r>
              <a:rPr lang="en-US" dirty="0"/>
              <a:t>        nm=</a:t>
            </a:r>
            <a:r>
              <a:rPr lang="en-US" dirty="0" err="1"/>
              <a:t>nam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(nm,1, color)</a:t>
            </a:r>
          </a:p>
          <a:p>
            <a:r>
              <a:rPr lang="en-US" dirty="0"/>
              <a:t>        </a:t>
            </a:r>
            <a:r>
              <a:rPr lang="en-US" dirty="0" err="1"/>
              <a:t>background.blit</a:t>
            </a:r>
            <a:r>
              <a:rPr lang="en-US" dirty="0"/>
              <a:t>(text, [left, top] )</a:t>
            </a:r>
          </a:p>
          <a:p>
            <a:r>
              <a:rPr lang="en-US" dirty="0"/>
              <a:t>        top=top+40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6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Вывод рекордов на экран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"Press any </a:t>
            </a:r>
            <a:r>
              <a:rPr lang="en-US" dirty="0" err="1">
                <a:solidFill>
                  <a:srgbClr val="00B050"/>
                </a:solidFill>
              </a:rPr>
              <a:t>key"</a:t>
            </a:r>
            <a:r>
              <a:rPr lang="en-US" dirty="0" err="1"/>
              <a:t>,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/>
              <a:t>, color)</a:t>
            </a:r>
          </a:p>
          <a:p>
            <a:r>
              <a:rPr lang="en-US" dirty="0"/>
              <a:t> </a:t>
            </a:r>
            <a:r>
              <a:rPr lang="en-US" dirty="0" err="1" smtClean="0"/>
              <a:t>background.blit</a:t>
            </a:r>
            <a:r>
              <a:rPr lang="en-US" dirty="0" smtClean="0"/>
              <a:t>(text</a:t>
            </a:r>
            <a:r>
              <a:rPr lang="en-US" dirty="0"/>
              <a:t>, [150, 550])</a:t>
            </a:r>
          </a:p>
          <a:p>
            <a:r>
              <a:rPr lang="en-US" dirty="0"/>
              <a:t> </a:t>
            </a:r>
            <a:r>
              <a:rPr lang="en-US" dirty="0" err="1" smtClean="0"/>
              <a:t>screen.blit</a:t>
            </a:r>
            <a:r>
              <a:rPr lang="en-US" dirty="0" smtClean="0"/>
              <a:t>(background</a:t>
            </a:r>
            <a:r>
              <a:rPr lang="en-US" dirty="0"/>
              <a:t>, (0, 0))</a:t>
            </a:r>
          </a:p>
          <a:p>
            <a:r>
              <a:rPr lang="en-US" dirty="0"/>
              <a:t> </a:t>
            </a:r>
            <a:r>
              <a:rPr lang="en-US" dirty="0" err="1" smtClean="0"/>
              <a:t>pygame.display.flip</a:t>
            </a:r>
            <a:r>
              <a:rPr lang="en-US" dirty="0"/>
              <a:t>()</a:t>
            </a:r>
          </a:p>
          <a:p>
            <a:r>
              <a:rPr lang="en-US" dirty="0"/>
              <a:t> </a:t>
            </a:r>
            <a:r>
              <a:rPr lang="en-US" dirty="0" smtClean="0"/>
              <a:t>running=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/>
              <a:t> running: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r>
              <a:rPr lang="en-US" dirty="0"/>
              <a:t>    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pygame.KEYDOWN</a:t>
            </a:r>
            <a:r>
              <a:rPr lang="en-US" dirty="0"/>
              <a:t>:</a:t>
            </a:r>
          </a:p>
          <a:p>
            <a:r>
              <a:rPr lang="en-US" dirty="0"/>
              <a:t>    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50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Игра закончилась. Вы знаете имя игрока и количество его очков. </a:t>
            </a:r>
          </a:p>
          <a:p>
            <a:r>
              <a:rPr lang="ru-RU" dirty="0" smtClean="0"/>
              <a:t>Теперь нужно выяснить, попадает ли он в таблицу рекордов.</a:t>
            </a:r>
          </a:p>
          <a:p>
            <a:r>
              <a:rPr lang="ru-RU" dirty="0" smtClean="0"/>
              <a:t>Если попадает, нужно определить его место и удалить из таблицы игрока с наименьшим количеством очков.</a:t>
            </a:r>
          </a:p>
          <a:p>
            <a:r>
              <a:rPr lang="ru-RU" dirty="0" smtClean="0"/>
              <a:t>Эту задачу решает нижеприведенный код. Он должен работать после выхода из основного цикла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27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myn=primer.name #</a:t>
            </a:r>
            <a:r>
              <a:rPr lang="ru-RU" dirty="0" smtClean="0"/>
              <a:t>Запоминаем имя игрока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och</a:t>
            </a:r>
            <a:r>
              <a:rPr lang="en-US" dirty="0" smtClean="0"/>
              <a:t>=n</a:t>
            </a:r>
            <a:r>
              <a:rPr lang="ru-RU" dirty="0" smtClean="0"/>
              <a:t> </a:t>
            </a:r>
            <a:r>
              <a:rPr lang="en-US" dirty="0" smtClean="0"/>
              <a:t>#</a:t>
            </a:r>
            <a:r>
              <a:rPr lang="ru-RU" dirty="0" smtClean="0"/>
              <a:t> и его очки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pickle_file</a:t>
            </a:r>
            <a:r>
              <a:rPr lang="en-US" dirty="0" smtClean="0"/>
              <a:t> </a:t>
            </a:r>
            <a:r>
              <a:rPr lang="en-US" dirty="0"/>
              <a:t>= open(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my_rec.pkl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rb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/>
              <a:t>#</a:t>
            </a:r>
            <a:r>
              <a:rPr lang="ru-RU" dirty="0" smtClean="0"/>
              <a:t>открываем файл для чтения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names </a:t>
            </a:r>
            <a:r>
              <a:rPr lang="en-US" dirty="0"/>
              <a:t>= </a:t>
            </a:r>
            <a:r>
              <a:rPr lang="en-US" dirty="0" err="1"/>
              <a:t>pickle.load</a:t>
            </a:r>
            <a:r>
              <a:rPr lang="en-US" dirty="0"/>
              <a:t>(</a:t>
            </a:r>
            <a:r>
              <a:rPr lang="en-US" dirty="0" err="1"/>
              <a:t>pickle_file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/>
              <a:t># </a:t>
            </a:r>
            <a:r>
              <a:rPr lang="ru-RU" dirty="0" smtClean="0"/>
              <a:t>Список из файла храним в </a:t>
            </a:r>
            <a:r>
              <a:rPr lang="en-US" dirty="0" smtClean="0"/>
              <a:t>names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pickle_file.close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978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nam</a:t>
            </a:r>
            <a:r>
              <a:rPr lang="en-US" dirty="0" smtClean="0"/>
              <a:t>=names[0:5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 smtClean="0"/>
              <a:t>scores=names[5:]</a:t>
            </a:r>
          </a:p>
          <a:p>
            <a:pPr marL="0" indent="0">
              <a:buNone/>
            </a:pPr>
            <a:r>
              <a:rPr lang="en-US" dirty="0" err="1" smtClean="0"/>
              <a:t>scores.append</a:t>
            </a:r>
            <a:r>
              <a:rPr lang="en-US" dirty="0" smtClean="0"/>
              <a:t>(</a:t>
            </a:r>
            <a:r>
              <a:rPr lang="en-US" dirty="0" err="1" smtClean="0"/>
              <a:t>och</a:t>
            </a:r>
            <a:r>
              <a:rPr lang="en-US" dirty="0" smtClean="0"/>
              <a:t>) # </a:t>
            </a:r>
            <a:r>
              <a:rPr lang="ru-RU" dirty="0" smtClean="0">
                <a:solidFill>
                  <a:srgbClr val="FF0000"/>
                </a:solidFill>
              </a:rPr>
              <a:t>добавляем в </a:t>
            </a:r>
            <a:r>
              <a:rPr lang="en-US" dirty="0" smtClean="0">
                <a:solidFill>
                  <a:srgbClr val="FF0000"/>
                </a:solidFill>
              </a:rPr>
              <a:t>scores</a:t>
            </a:r>
            <a:r>
              <a:rPr lang="ru-RU" dirty="0" smtClean="0">
                <a:solidFill>
                  <a:srgbClr val="FF0000"/>
                </a:solidFill>
              </a:rPr>
              <a:t> очки игрока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 smtClean="0"/>
              <a:t>scores.sort</a:t>
            </a:r>
            <a:r>
              <a:rPr lang="en-US" dirty="0" smtClean="0"/>
              <a:t>(reverse=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True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Сортируем по убыванию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del </a:t>
            </a:r>
            <a:r>
              <a:rPr lang="en-US" dirty="0"/>
              <a:t>scores[</a:t>
            </a:r>
            <a:r>
              <a:rPr lang="en-US" dirty="0" err="1">
                <a:solidFill>
                  <a:srgbClr val="7030A0"/>
                </a:solidFill>
              </a:rPr>
              <a:t>len</a:t>
            </a:r>
            <a:r>
              <a:rPr lang="en-US" dirty="0"/>
              <a:t>(scores)-1</a:t>
            </a:r>
            <a:r>
              <a:rPr lang="en-US" dirty="0" smtClean="0"/>
              <a:t>]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Удаляем последний элемент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362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scores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Попали в рекорды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k=</a:t>
            </a:r>
            <a:r>
              <a:rPr lang="en-US" dirty="0" err="1"/>
              <a:t>scores.index</a:t>
            </a:r>
            <a:r>
              <a:rPr lang="en-US" dirty="0"/>
              <a:t>(</a:t>
            </a:r>
            <a:r>
              <a:rPr lang="en-US" dirty="0" err="1"/>
              <a:t>och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Индекс новых очков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</a:t>
            </a:r>
            <a:r>
              <a:rPr lang="en-US" dirty="0" err="1"/>
              <a:t>nam.insert</a:t>
            </a:r>
            <a:r>
              <a:rPr lang="en-US" dirty="0"/>
              <a:t>(</a:t>
            </a:r>
            <a:r>
              <a:rPr lang="en-US" dirty="0" err="1"/>
              <a:t>k,myn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Вставляем имя игрока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del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[</a:t>
            </a:r>
            <a:r>
              <a:rPr lang="en-US" dirty="0" err="1">
                <a:solidFill>
                  <a:srgbClr val="7030A0"/>
                </a:solidFill>
              </a:rPr>
              <a:t>len</a:t>
            </a:r>
            <a:r>
              <a:rPr lang="en-US" dirty="0"/>
              <a:t>(scores)-1</a:t>
            </a:r>
            <a:r>
              <a:rPr lang="en-US" dirty="0" smtClean="0"/>
              <a:t>]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Удаляем игрока с наименьшими очками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nam.extend</a:t>
            </a:r>
            <a:r>
              <a:rPr lang="en-US" dirty="0" smtClean="0"/>
              <a:t>(scores)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 Объединяем имена и очки в один список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 smtClean="0"/>
              <a:t>pickle_file</a:t>
            </a:r>
            <a:r>
              <a:rPr lang="en-US" dirty="0" smtClean="0"/>
              <a:t> </a:t>
            </a:r>
            <a:r>
              <a:rPr lang="en-US" dirty="0"/>
              <a:t>= open(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my_rec.pkl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wb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FF0000"/>
                </a:solidFill>
              </a:rPr>
              <a:t>#</a:t>
            </a:r>
            <a:r>
              <a:rPr lang="ru-RU" dirty="0" smtClean="0">
                <a:solidFill>
                  <a:srgbClr val="FF0000"/>
                </a:solidFill>
              </a:rPr>
              <a:t> И пишем список в файл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 smtClean="0"/>
              <a:t>pickle.dump</a:t>
            </a:r>
            <a:r>
              <a:rPr lang="en-US" dirty="0" smtClean="0"/>
              <a:t>(</a:t>
            </a:r>
            <a:r>
              <a:rPr lang="en-US" dirty="0" err="1" smtClean="0"/>
              <a:t>nam</a:t>
            </a:r>
            <a:r>
              <a:rPr lang="en-US" dirty="0" smtClean="0"/>
              <a:t>, </a:t>
            </a:r>
            <a:r>
              <a:rPr lang="en-US" dirty="0" err="1"/>
              <a:t>pickle_file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pickle_file.close</a:t>
            </a:r>
            <a:r>
              <a:rPr lang="en-US" dirty="0"/>
              <a:t>()  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rec_show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rec_show.show_rec</a:t>
            </a:r>
            <a:r>
              <a:rPr lang="en-US" dirty="0"/>
              <a:t>(names)	</a:t>
            </a:r>
            <a:r>
              <a:rPr lang="en-US" dirty="0" smtClean="0"/>
              <a:t>#</a:t>
            </a:r>
            <a:r>
              <a:rPr lang="ru-RU" dirty="0" smtClean="0"/>
              <a:t> Выводим таблицу на экран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97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en-US" dirty="0" err="1"/>
              <a:t>background.fill</a:t>
            </a:r>
            <a:r>
              <a:rPr lang="en-US" dirty="0"/>
              <a:t>([255,255,255])</a:t>
            </a:r>
          </a:p>
          <a:p>
            <a:pPr marL="0" indent="0">
              <a:buNone/>
            </a:pPr>
            <a:r>
              <a:rPr lang="en-US" dirty="0"/>
              <a:t>        font = </a:t>
            </a:r>
            <a:r>
              <a:rPr lang="en-US" dirty="0" err="1"/>
              <a:t>pygame.font.Font</a:t>
            </a:r>
            <a:r>
              <a:rPr lang="en-US" dirty="0"/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dirty="0"/>
              <a:t>, 50)</a:t>
            </a:r>
          </a:p>
          <a:p>
            <a:pPr marL="0" indent="0">
              <a:buNone/>
            </a:pPr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Не вошли в рекорды"</a:t>
            </a:r>
            <a:r>
              <a:rPr lang="ru-RU" dirty="0"/>
              <a:t>,</a:t>
            </a:r>
            <a:r>
              <a:rPr lang="en-US" dirty="0"/>
              <a:t>True, THECOLORS [</a:t>
            </a:r>
            <a:r>
              <a:rPr lang="en-US" dirty="0">
                <a:solidFill>
                  <a:srgbClr val="00B050"/>
                </a:solidFill>
              </a:rPr>
              <a:t>"red"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screen.blit</a:t>
            </a:r>
            <a:r>
              <a:rPr lang="en-US" dirty="0"/>
              <a:t>(background,(0, 0))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screen.blit</a:t>
            </a:r>
            <a:r>
              <a:rPr lang="en-US" dirty="0"/>
              <a:t>(text, [10, 250] 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pygame.display.flip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pygame.time.delay</a:t>
            </a:r>
            <a:r>
              <a:rPr lang="en-US" dirty="0"/>
              <a:t>(4000)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56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B050"/>
                </a:solidFill>
              </a:rPr>
              <a:t>Введение в рекорды нового игрока</a:t>
            </a:r>
            <a:br>
              <a:rPr lang="ru-RU" dirty="0" smtClean="0">
                <a:solidFill>
                  <a:srgbClr val="00B050"/>
                </a:solidFill>
              </a:rPr>
            </a:b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sz="9600" dirty="0" smtClean="0">
                <a:solidFill>
                  <a:srgbClr val="FF0000"/>
                </a:solidFill>
              </a:rPr>
              <a:t>Вот и все!</a:t>
            </a:r>
            <a:endParaRPr lang="ru-RU" sz="9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50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831</Words>
  <Application>Microsoft Office PowerPoint</Application>
  <PresentationFormat>Широкоэкранный</PresentationFormat>
  <Paragraphs>121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Таблица рекордов</vt:lpstr>
      <vt:lpstr>Файлы для хранения списков </vt:lpstr>
      <vt:lpstr>Файлы для хранения списков </vt:lpstr>
      <vt:lpstr>Файлы для хранения списков </vt:lpstr>
      <vt:lpstr>Файлы для хранения списков </vt:lpstr>
      <vt:lpstr>Вывод рекордов на экран </vt:lpstr>
      <vt:lpstr>Вывод рекордов на экран </vt:lpstr>
      <vt:lpstr>Вывод рекордов на экран </vt:lpstr>
      <vt:lpstr>Вывод рекордов на экран </vt:lpstr>
      <vt:lpstr>Вывод рекордов на экран </vt:lpstr>
      <vt:lpstr>Вывод рекордов на экран </vt:lpstr>
      <vt:lpstr>Введение в рекорды нового игрока </vt:lpstr>
      <vt:lpstr>Введение в рекорды нового игрока </vt:lpstr>
      <vt:lpstr>Введение в рекорды нового игрока </vt:lpstr>
      <vt:lpstr>Введение в рекорды нового игрока </vt:lpstr>
      <vt:lpstr>Введение в рекорды нового игрока </vt:lpstr>
      <vt:lpstr>Введение в рекорды нового игрока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 рекордов</dc:title>
  <dc:creator>Leonid</dc:creator>
  <cp:lastModifiedBy>Leonid</cp:lastModifiedBy>
  <cp:revision>11</cp:revision>
  <dcterms:created xsi:type="dcterms:W3CDTF">2019-11-18T17:01:57Z</dcterms:created>
  <dcterms:modified xsi:type="dcterms:W3CDTF">2020-01-27T14:04:08Z</dcterms:modified>
</cp:coreProperties>
</file>