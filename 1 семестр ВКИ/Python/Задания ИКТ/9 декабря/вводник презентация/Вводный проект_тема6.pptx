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-96" y="-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13487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88387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2763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6539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7680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3472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0205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2012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4669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625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7988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224CF-7142-4170-8394-A36849E4A17C}" type="datetimeFigureOut">
              <a:rPr lang="ru-RU" smtClean="0"/>
              <a:pPr/>
              <a:t>30.10.2019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619C3-EBD4-412A-8CBA-282272D5A30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7844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Сборка игры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00B0F0"/>
                </a:solidFill>
              </a:rPr>
              <a:t>Заставка</a:t>
            </a:r>
            <a:endParaRPr lang="ru-RU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089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Заставка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 принятым в ВКИ правилам, игровая программа должна управляться меню. </a:t>
            </a:r>
          </a:p>
          <a:p>
            <a:r>
              <a:rPr lang="ru-RU" dirty="0" smtClean="0"/>
              <a:t>Кроме того, она должна содержать собственно игру, заставку и помощь </a:t>
            </a:r>
            <a:r>
              <a:rPr lang="en-US" dirty="0" smtClean="0"/>
              <a:t>(h</a:t>
            </a:r>
            <a:r>
              <a:rPr lang="en-US" dirty="0"/>
              <a:t>e</a:t>
            </a:r>
            <a:r>
              <a:rPr lang="en-US" dirty="0" smtClean="0"/>
              <a:t>lp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Начнем с заставки. Ее содержание – предмет фантазии студента.</a:t>
            </a:r>
          </a:p>
          <a:p>
            <a:r>
              <a:rPr lang="ru-RU" dirty="0" smtClean="0"/>
              <a:t>Приведенный ниже код является одним из возможных примеров.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15174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Заставка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</a:t>
            </a:r>
            <a:r>
              <a:rPr lang="en-US" dirty="0" err="1" smtClean="0"/>
              <a:t>pygame</a:t>
            </a:r>
            <a:r>
              <a:rPr lang="en-US" dirty="0" smtClean="0"/>
              <a:t>, sys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 err="1" smtClean="0"/>
              <a:t>pygame.color</a:t>
            </a:r>
            <a:r>
              <a:rPr lang="en-US" dirty="0" smtClean="0"/>
              <a:t> import THECOLORS</a:t>
            </a:r>
          </a:p>
          <a:p>
            <a:r>
              <a:rPr lang="en-US" dirty="0" smtClean="0"/>
              <a:t>from </a:t>
            </a:r>
            <a:r>
              <a:rPr lang="en-US" dirty="0" err="1" smtClean="0"/>
              <a:t>pygame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font</a:t>
            </a:r>
          </a:p>
          <a:p>
            <a:r>
              <a:rPr lang="en-US" dirty="0" err="1" smtClean="0"/>
              <a:t>pygame.init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pygame.display.set_caption</a:t>
            </a:r>
            <a:r>
              <a:rPr lang="en-US" dirty="0" smtClean="0"/>
              <a:t>("</a:t>
            </a:r>
            <a:r>
              <a:rPr lang="ru-RU" dirty="0" smtClean="0"/>
              <a:t>Крутая игра")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79341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Заставка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zastavka1</a:t>
            </a:r>
            <a:r>
              <a:rPr lang="en-US" dirty="0" smtClean="0"/>
              <a:t>():</a:t>
            </a:r>
          </a:p>
          <a:p>
            <a:r>
              <a:rPr lang="en-US" dirty="0" smtClean="0"/>
              <a:t>    font = </a:t>
            </a:r>
            <a:r>
              <a:rPr lang="en-US" dirty="0" err="1" smtClean="0"/>
              <a:t>pygame.font.Font</a:t>
            </a:r>
            <a:r>
              <a:rPr lang="en-US" dirty="0" smtClean="0"/>
              <a:t>(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None</a:t>
            </a:r>
            <a:r>
              <a:rPr lang="en-US" dirty="0" smtClean="0"/>
              <a:t>, 45)</a:t>
            </a:r>
          </a:p>
          <a:p>
            <a:r>
              <a:rPr lang="en-US" dirty="0" smtClean="0"/>
              <a:t>    text = </a:t>
            </a:r>
            <a:r>
              <a:rPr lang="en-US" dirty="0" err="1" smtClean="0"/>
              <a:t>font.render</a:t>
            </a:r>
            <a:r>
              <a:rPr lang="en-US" dirty="0" smtClean="0"/>
              <a:t>("</a:t>
            </a:r>
            <a:r>
              <a:rPr lang="en-US" dirty="0" smtClean="0">
                <a:solidFill>
                  <a:srgbClr val="00B050"/>
                </a:solidFill>
              </a:rPr>
              <a:t>Welcome to </a:t>
            </a:r>
            <a:r>
              <a:rPr lang="en-US" dirty="0" err="1" smtClean="0">
                <a:solidFill>
                  <a:srgbClr val="00B050"/>
                </a:solidFill>
              </a:rPr>
              <a:t>Cosmos</a:t>
            </a:r>
            <a:r>
              <a:rPr lang="en-US" dirty="0" err="1" smtClean="0"/>
              <a:t>",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True</a:t>
            </a:r>
            <a:r>
              <a:rPr lang="en-US" dirty="0" smtClean="0"/>
              <a:t>, THECOLORS ["</a:t>
            </a:r>
            <a:r>
              <a:rPr lang="en-US" dirty="0" smtClean="0">
                <a:solidFill>
                  <a:srgbClr val="00B050"/>
                </a:solidFill>
              </a:rPr>
              <a:t>blue</a:t>
            </a:r>
            <a:r>
              <a:rPr lang="en-US" dirty="0" smtClean="0"/>
              <a:t>"])</a:t>
            </a:r>
          </a:p>
          <a:p>
            <a:r>
              <a:rPr lang="en-US" dirty="0" smtClean="0"/>
              <a:t>    screen = </a:t>
            </a:r>
            <a:r>
              <a:rPr lang="en-US" dirty="0" err="1" smtClean="0"/>
              <a:t>pygame.display.set_mode</a:t>
            </a:r>
            <a:r>
              <a:rPr lang="en-US" dirty="0" smtClean="0"/>
              <a:t>([800, 600])</a:t>
            </a:r>
          </a:p>
          <a:p>
            <a:r>
              <a:rPr lang="en-US" dirty="0" smtClean="0"/>
              <a:t>    background = </a:t>
            </a:r>
            <a:r>
              <a:rPr lang="en-US" dirty="0" err="1" smtClean="0"/>
              <a:t>pygame.Surface</a:t>
            </a:r>
            <a:r>
              <a:rPr lang="en-US" dirty="0" smtClean="0"/>
              <a:t>(</a:t>
            </a:r>
            <a:r>
              <a:rPr lang="en-US" dirty="0" err="1" smtClean="0"/>
              <a:t>screen.get_size</a:t>
            </a:r>
            <a:r>
              <a:rPr lang="en-US" dirty="0" smtClean="0"/>
              <a:t>())#</a:t>
            </a:r>
            <a:r>
              <a:rPr lang="ru-RU" dirty="0" smtClean="0">
                <a:solidFill>
                  <a:srgbClr val="FF0000"/>
                </a:solidFill>
              </a:rPr>
              <a:t>Фон -поверхность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    </a:t>
            </a:r>
            <a:r>
              <a:rPr lang="en-US" dirty="0" err="1" smtClean="0"/>
              <a:t>background.fill</a:t>
            </a:r>
            <a:r>
              <a:rPr lang="en-US" dirty="0" smtClean="0"/>
              <a:t>([255,255,255])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cosm_file</a:t>
            </a:r>
            <a:r>
              <a:rPr lang="en-US" dirty="0" smtClean="0"/>
              <a:t>="cosm.jpg"</a:t>
            </a:r>
          </a:p>
          <a:p>
            <a:r>
              <a:rPr lang="en-US" dirty="0" smtClean="0"/>
              <a:t>    location = [580, 350]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earth_file</a:t>
            </a:r>
            <a:r>
              <a:rPr lang="en-US" dirty="0" smtClean="0"/>
              <a:t>="earth.jpg"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0284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Заставка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earth=</a:t>
            </a:r>
            <a:r>
              <a:rPr lang="en-US" dirty="0" err="1" smtClean="0"/>
              <a:t>pygame.image.load</a:t>
            </a:r>
            <a:r>
              <a:rPr lang="en-US" dirty="0" smtClean="0"/>
              <a:t>(</a:t>
            </a:r>
            <a:r>
              <a:rPr lang="en-US" dirty="0" err="1" smtClean="0"/>
              <a:t>earth_file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cosm</a:t>
            </a:r>
            <a:r>
              <a:rPr lang="en-US" dirty="0" smtClean="0"/>
              <a:t>=</a:t>
            </a:r>
            <a:r>
              <a:rPr lang="en-US" dirty="0" err="1" smtClean="0"/>
              <a:t>pygame.image.load</a:t>
            </a:r>
            <a:r>
              <a:rPr lang="en-US" dirty="0" smtClean="0"/>
              <a:t>(</a:t>
            </a:r>
            <a:r>
              <a:rPr lang="en-US" dirty="0" err="1" smtClean="0"/>
              <a:t>cosm_file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raceta_file</a:t>
            </a:r>
            <a:r>
              <a:rPr lang="en-US" dirty="0" smtClean="0"/>
              <a:t>="</a:t>
            </a:r>
            <a:r>
              <a:rPr lang="en-US" dirty="0" smtClean="0">
                <a:solidFill>
                  <a:srgbClr val="00B050"/>
                </a:solidFill>
              </a:rPr>
              <a:t>rac_zast.jpg</a:t>
            </a:r>
            <a:r>
              <a:rPr lang="en-US" dirty="0" smtClean="0"/>
              <a:t>"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raceta</a:t>
            </a:r>
            <a:r>
              <a:rPr lang="en-US" dirty="0" smtClean="0"/>
              <a:t>=</a:t>
            </a:r>
            <a:r>
              <a:rPr lang="en-US" dirty="0" err="1" smtClean="0"/>
              <a:t>pygame.image.load</a:t>
            </a:r>
            <a:r>
              <a:rPr lang="en-US" dirty="0" smtClean="0"/>
              <a:t>(</a:t>
            </a:r>
            <a:r>
              <a:rPr lang="en-US" dirty="0" err="1" smtClean="0"/>
              <a:t>raceta_file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screen.blit</a:t>
            </a:r>
            <a:r>
              <a:rPr lang="en-US" dirty="0" smtClean="0"/>
              <a:t>(background, (0, 0))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screen.blit</a:t>
            </a:r>
            <a:r>
              <a:rPr lang="en-US" dirty="0" smtClean="0"/>
              <a:t>(</a:t>
            </a:r>
            <a:r>
              <a:rPr lang="en-US" dirty="0" err="1" smtClean="0"/>
              <a:t>cosm</a:t>
            </a:r>
            <a:r>
              <a:rPr lang="en-US" dirty="0" smtClean="0"/>
              <a:t>, location)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screen.blit</a:t>
            </a:r>
            <a:r>
              <a:rPr lang="en-US" dirty="0" smtClean="0"/>
              <a:t>(text, [250, 50])</a:t>
            </a:r>
          </a:p>
          <a:p>
            <a:r>
              <a:rPr lang="en-US" dirty="0" smtClean="0"/>
              <a:t>    font = </a:t>
            </a:r>
            <a:r>
              <a:rPr lang="en-US" dirty="0" err="1" smtClean="0"/>
              <a:t>pygame.font.Font</a:t>
            </a:r>
            <a:r>
              <a:rPr lang="en-US" dirty="0" smtClean="0"/>
              <a:t>(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None</a:t>
            </a:r>
            <a:r>
              <a:rPr lang="en-US" dirty="0" smtClean="0"/>
              <a:t>, 25)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20602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Заставка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   text = </a:t>
            </a:r>
            <a:r>
              <a:rPr lang="en-US" dirty="0" err="1" smtClean="0"/>
              <a:t>font.render</a:t>
            </a:r>
            <a:r>
              <a:rPr lang="en-US" dirty="0" smtClean="0"/>
              <a:t>("</a:t>
            </a:r>
            <a:r>
              <a:rPr lang="en-US" dirty="0" smtClean="0">
                <a:solidFill>
                  <a:srgbClr val="00B050"/>
                </a:solidFill>
              </a:rPr>
              <a:t>Press any </a:t>
            </a:r>
            <a:r>
              <a:rPr lang="en-US" dirty="0" err="1" smtClean="0">
                <a:solidFill>
                  <a:srgbClr val="00B050"/>
                </a:solidFill>
              </a:rPr>
              <a:t>key</a:t>
            </a:r>
            <a:r>
              <a:rPr lang="en-US" dirty="0" err="1" smtClean="0"/>
              <a:t>",True</a:t>
            </a:r>
            <a:r>
              <a:rPr lang="en-US" dirty="0" smtClean="0"/>
              <a:t>, THECOLORS ["</a:t>
            </a:r>
            <a:r>
              <a:rPr lang="en-US" dirty="0" smtClean="0">
                <a:solidFill>
                  <a:srgbClr val="00B050"/>
                </a:solidFill>
              </a:rPr>
              <a:t>black</a:t>
            </a:r>
            <a:r>
              <a:rPr lang="en-US" dirty="0" smtClean="0"/>
              <a:t>"])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screen.blit</a:t>
            </a:r>
            <a:r>
              <a:rPr lang="en-US" dirty="0" smtClean="0"/>
              <a:t>(text, [350, 550])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screen.blit</a:t>
            </a:r>
            <a:r>
              <a:rPr lang="en-US" dirty="0" smtClean="0"/>
              <a:t>(</a:t>
            </a:r>
            <a:r>
              <a:rPr lang="en-US" dirty="0" err="1" smtClean="0"/>
              <a:t>raceta</a:t>
            </a:r>
            <a:r>
              <a:rPr lang="en-US" dirty="0" smtClean="0"/>
              <a:t>, [100, 300])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screen.blit</a:t>
            </a:r>
            <a:r>
              <a:rPr lang="en-US" dirty="0" smtClean="0"/>
              <a:t>(earth, [300, 100])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pygame.display.flip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   running=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r>
              <a:rPr lang="en-US" dirty="0" smtClean="0"/>
              <a:t>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 smtClean="0"/>
              <a:t> running:</a:t>
            </a:r>
          </a:p>
          <a:p>
            <a:r>
              <a:rPr lang="en-US" dirty="0" smtClean="0"/>
              <a:t>   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dirty="0" smtClean="0"/>
              <a:t>event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 smtClean="0"/>
              <a:t> </a:t>
            </a:r>
            <a:r>
              <a:rPr lang="en-US" dirty="0" err="1" smtClean="0"/>
              <a:t>pygame.event.get</a:t>
            </a:r>
            <a:r>
              <a:rPr lang="en-US" dirty="0" smtClean="0"/>
              <a:t>():</a:t>
            </a:r>
          </a:p>
          <a:p>
            <a:r>
              <a:rPr lang="en-US" dirty="0" smtClean="0"/>
              <a:t>            if </a:t>
            </a:r>
            <a:r>
              <a:rPr lang="en-US" dirty="0" err="1" smtClean="0"/>
              <a:t>event.type</a:t>
            </a:r>
            <a:r>
              <a:rPr lang="en-US" dirty="0" smtClean="0"/>
              <a:t> == </a:t>
            </a:r>
            <a:r>
              <a:rPr lang="en-US" dirty="0" err="1" smtClean="0"/>
              <a:t>pygame.KEYDOWN</a:t>
            </a:r>
            <a:r>
              <a:rPr lang="en-US" dirty="0" smtClean="0"/>
              <a:t>:</a:t>
            </a:r>
          </a:p>
          <a:p>
            <a:r>
              <a:rPr lang="en-US" dirty="0" smtClean="0"/>
              <a:t>                running =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False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288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Помощь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Сначала нужно создать текстовый файл, в котором описаны правила игры.</a:t>
            </a:r>
          </a:p>
          <a:p>
            <a:pPr marL="0" indent="0">
              <a:buNone/>
            </a:pPr>
            <a:r>
              <a:rPr lang="ru-RU" dirty="0" smtClean="0"/>
              <a:t>Например: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7030A0"/>
                </a:solidFill>
              </a:rPr>
              <a:t>Это очень крутая игра!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7030A0"/>
                </a:solidFill>
              </a:rPr>
              <a:t>Бум!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7030A0"/>
                </a:solidFill>
              </a:rPr>
              <a:t>Бах!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7030A0"/>
                </a:solidFill>
              </a:rPr>
              <a:t>Ой-ей-ей!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7030A0"/>
                </a:solidFill>
              </a:rPr>
              <a:t>Умирает злой пришелец.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7030A0"/>
                </a:solidFill>
              </a:rPr>
              <a:t>А герой идет домой. </a:t>
            </a:r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318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Помощь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</a:t>
            </a:r>
            <a:r>
              <a:rPr lang="en-US" dirty="0" err="1" smtClean="0"/>
              <a:t>pygame</a:t>
            </a:r>
            <a:r>
              <a:rPr lang="en-US" dirty="0" smtClean="0"/>
              <a:t>, sys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 err="1" smtClean="0"/>
              <a:t>pygame.color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THECOLORS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 err="1" smtClean="0"/>
              <a:t>pygame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font</a:t>
            </a:r>
          </a:p>
          <a:p>
            <a:pPr marL="0" indent="0">
              <a:buNone/>
            </a:pPr>
            <a:r>
              <a:rPr lang="en-US" dirty="0" err="1" smtClean="0"/>
              <a:t>pygame.init</a:t>
            </a:r>
            <a:r>
              <a:rPr lang="en-US" dirty="0" smtClean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34219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Помощь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0070C0"/>
                </a:solidFill>
              </a:rPr>
              <a:t>myhelp</a:t>
            </a:r>
            <a:r>
              <a:rPr lang="en-US" dirty="0" smtClean="0"/>
              <a:t>():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pygame.display.set_caption</a:t>
            </a:r>
            <a:r>
              <a:rPr lang="en-US" dirty="0" smtClean="0"/>
              <a:t>("</a:t>
            </a:r>
            <a:r>
              <a:rPr lang="ru-RU" dirty="0" smtClean="0">
                <a:solidFill>
                  <a:srgbClr val="00B050"/>
                </a:solidFill>
              </a:rPr>
              <a:t>Крутая игра</a:t>
            </a:r>
            <a:r>
              <a:rPr lang="ru-RU" dirty="0" smtClean="0"/>
              <a:t>")</a:t>
            </a:r>
          </a:p>
          <a:p>
            <a:pPr marL="0" indent="0">
              <a:buNone/>
            </a:pPr>
            <a:r>
              <a:rPr lang="ru-RU" dirty="0" smtClean="0"/>
              <a:t>     </a:t>
            </a:r>
            <a:r>
              <a:rPr lang="en-US" dirty="0" smtClean="0"/>
              <a:t>screen = </a:t>
            </a:r>
            <a:r>
              <a:rPr lang="en-US" dirty="0" err="1" smtClean="0"/>
              <a:t>pygame.display.set_mode</a:t>
            </a:r>
            <a:r>
              <a:rPr lang="en-US" dirty="0" smtClean="0"/>
              <a:t>([600, 600])</a:t>
            </a:r>
          </a:p>
          <a:p>
            <a:pPr marL="0" indent="0">
              <a:buNone/>
            </a:pPr>
            <a:r>
              <a:rPr lang="en-US" dirty="0" smtClean="0"/>
              <a:t>     background = </a:t>
            </a:r>
            <a:r>
              <a:rPr lang="en-US" dirty="0" err="1" smtClean="0"/>
              <a:t>pygame.Surface</a:t>
            </a:r>
            <a:r>
              <a:rPr lang="en-US" dirty="0" smtClean="0"/>
              <a:t>(</a:t>
            </a:r>
            <a:r>
              <a:rPr lang="en-US" dirty="0" err="1" smtClean="0"/>
              <a:t>screen.get_size</a:t>
            </a:r>
            <a:r>
              <a:rPr lang="en-US" dirty="0" smtClean="0"/>
              <a:t>())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background.fill</a:t>
            </a:r>
            <a:r>
              <a:rPr lang="en-US" dirty="0" smtClean="0"/>
              <a:t>([0,0,0])</a:t>
            </a:r>
          </a:p>
          <a:p>
            <a:pPr marL="0" indent="0">
              <a:buNone/>
            </a:pPr>
            <a:r>
              <a:rPr lang="en-US" dirty="0" smtClean="0"/>
              <a:t>     color = THECOLORS["</a:t>
            </a:r>
            <a:r>
              <a:rPr lang="en-US" dirty="0" smtClean="0">
                <a:solidFill>
                  <a:srgbClr val="00B050"/>
                </a:solidFill>
              </a:rPr>
              <a:t>white</a:t>
            </a:r>
            <a:r>
              <a:rPr lang="en-US" dirty="0" smtClean="0"/>
              <a:t>"]</a:t>
            </a:r>
          </a:p>
          <a:p>
            <a:pPr marL="0" indent="0">
              <a:buNone/>
            </a:pPr>
            <a:r>
              <a:rPr lang="en-US" dirty="0" smtClean="0"/>
              <a:t>     top=10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left=20</a:t>
            </a:r>
          </a:p>
          <a:p>
            <a:pPr marL="0" indent="0">
              <a:buNone/>
            </a:pPr>
            <a:r>
              <a:rPr lang="en-US" dirty="0" smtClean="0"/>
              <a:t>     font = </a:t>
            </a:r>
            <a:r>
              <a:rPr lang="en-US" dirty="0" err="1" smtClean="0"/>
              <a:t>pygame.font.Font</a:t>
            </a:r>
            <a:r>
              <a:rPr lang="en-US" dirty="0" smtClean="0"/>
              <a:t>(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None</a:t>
            </a:r>
            <a:r>
              <a:rPr lang="en-US" dirty="0" smtClean="0"/>
              <a:t>, 20)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21469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Помощь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    </a:t>
            </a:r>
            <a:r>
              <a:rPr lang="en-US" dirty="0" err="1" smtClean="0"/>
              <a:t>my_file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7030A0"/>
                </a:solidFill>
              </a:rPr>
              <a:t>open</a:t>
            </a:r>
            <a:r>
              <a:rPr lang="en-US" dirty="0" smtClean="0"/>
              <a:t>('</a:t>
            </a:r>
            <a:r>
              <a:rPr lang="en-US" dirty="0" smtClean="0">
                <a:solidFill>
                  <a:srgbClr val="00B050"/>
                </a:solidFill>
              </a:rPr>
              <a:t>myhelp.txt</a:t>
            </a:r>
            <a:r>
              <a:rPr lang="en-US" dirty="0" smtClean="0"/>
              <a:t>', '</a:t>
            </a:r>
            <a:r>
              <a:rPr lang="en-US" dirty="0" smtClean="0">
                <a:solidFill>
                  <a:srgbClr val="00B050"/>
                </a:solidFill>
              </a:rPr>
              <a:t>r</a:t>
            </a:r>
            <a:r>
              <a:rPr lang="en-US" dirty="0" smtClean="0"/>
              <a:t>')#</a:t>
            </a:r>
            <a:r>
              <a:rPr lang="ru-RU" dirty="0" smtClean="0">
                <a:solidFill>
                  <a:srgbClr val="FF0000"/>
                </a:solidFill>
              </a:rPr>
              <a:t>Открываем файл для чтения</a:t>
            </a:r>
          </a:p>
          <a:p>
            <a:pPr marL="0" indent="0">
              <a:buNone/>
            </a:pPr>
            <a:r>
              <a:rPr lang="ru-RU" dirty="0" smtClean="0"/>
              <a:t>     </a:t>
            </a:r>
            <a:r>
              <a:rPr lang="en-US" dirty="0" smtClean="0"/>
              <a:t>lines = </a:t>
            </a:r>
            <a:r>
              <a:rPr lang="en-US" dirty="0" err="1" smtClean="0"/>
              <a:t>my_file.readlines</a:t>
            </a:r>
            <a:r>
              <a:rPr lang="en-US" dirty="0" smtClean="0"/>
              <a:t>()# </a:t>
            </a:r>
            <a:r>
              <a:rPr lang="ru-RU" dirty="0" smtClean="0">
                <a:solidFill>
                  <a:srgbClr val="FF0000"/>
                </a:solidFill>
              </a:rPr>
              <a:t>Записываем строки из файла в список </a:t>
            </a:r>
            <a:r>
              <a:rPr lang="en-US" dirty="0" smtClean="0">
                <a:solidFill>
                  <a:srgbClr val="FF0000"/>
                </a:solidFill>
              </a:rPr>
              <a:t>lines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my_file.close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dlina</a:t>
            </a:r>
            <a:r>
              <a:rPr lang="en-US" dirty="0" smtClean="0"/>
              <a:t>=</a:t>
            </a:r>
            <a:r>
              <a:rPr lang="en-US" dirty="0" err="1" smtClean="0">
                <a:solidFill>
                  <a:srgbClr val="7030A0"/>
                </a:solidFill>
              </a:rPr>
              <a:t>len</a:t>
            </a:r>
            <a:r>
              <a:rPr lang="en-US" dirty="0" smtClean="0"/>
              <a:t>(lines)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Это количество строк</a:t>
            </a:r>
          </a:p>
          <a:p>
            <a:pPr marL="0" indent="0">
              <a:buNone/>
            </a:pPr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 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7030A0"/>
                </a:solidFill>
              </a:rPr>
              <a:t>range</a:t>
            </a:r>
            <a:r>
              <a:rPr lang="en-US" dirty="0" smtClean="0"/>
              <a:t>(0,dlina):</a:t>
            </a:r>
          </a:p>
          <a:p>
            <a:pPr marL="0" indent="0">
              <a:buNone/>
            </a:pPr>
            <a:r>
              <a:rPr lang="en-US" dirty="0" smtClean="0"/>
              <a:t>          ln=lines[</a:t>
            </a:r>
            <a:r>
              <a:rPr lang="en-US" dirty="0" err="1" smtClean="0"/>
              <a:t>i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 smtClean="0"/>
              <a:t>          dl=</a:t>
            </a:r>
            <a:r>
              <a:rPr lang="en-US" dirty="0" err="1" smtClean="0"/>
              <a:t>len</a:t>
            </a:r>
            <a:r>
              <a:rPr lang="en-US" dirty="0" smtClean="0"/>
              <a:t>(ln)-1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Удаляем символ конца строки</a:t>
            </a:r>
          </a:p>
          <a:p>
            <a:pPr marL="0" indent="0">
              <a:buNone/>
            </a:pPr>
            <a:r>
              <a:rPr lang="ru-RU" dirty="0" smtClean="0"/>
              <a:t>          </a:t>
            </a:r>
            <a:r>
              <a:rPr lang="en-US" dirty="0" smtClean="0"/>
              <a:t>ln=ln[0:dl</a:t>
            </a:r>
            <a:r>
              <a:rPr lang="en-US" dirty="0" smtClean="0">
                <a:solidFill>
                  <a:srgbClr val="FF0000"/>
                </a:solidFill>
              </a:rPr>
              <a:t>]#</a:t>
            </a:r>
            <a:r>
              <a:rPr lang="ru-RU" dirty="0" smtClean="0">
                <a:solidFill>
                  <a:srgbClr val="FF0000"/>
                </a:solidFill>
              </a:rPr>
              <a:t>Копируем из исходной строки все, кроме символа конца строки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          text = </a:t>
            </a:r>
            <a:r>
              <a:rPr lang="en-US" dirty="0" err="1" smtClean="0"/>
              <a:t>font.render</a:t>
            </a:r>
            <a:r>
              <a:rPr lang="en-US" dirty="0" smtClean="0"/>
              <a:t>(ln,1, color)</a:t>
            </a:r>
          </a:p>
          <a:p>
            <a:pPr marL="0" indent="0">
              <a:buNone/>
            </a:pPr>
            <a:r>
              <a:rPr lang="en-US" dirty="0" smtClean="0"/>
              <a:t>          </a:t>
            </a:r>
            <a:r>
              <a:rPr lang="en-US" dirty="0" err="1" smtClean="0"/>
              <a:t>background.blit</a:t>
            </a:r>
            <a:r>
              <a:rPr lang="en-US" dirty="0" smtClean="0"/>
              <a:t>(text, [left, top] )</a:t>
            </a:r>
          </a:p>
          <a:p>
            <a:pPr marL="0" indent="0">
              <a:buNone/>
            </a:pPr>
            <a:r>
              <a:rPr lang="en-US" dirty="0" smtClean="0"/>
              <a:t>          top=top+20</a:t>
            </a:r>
            <a:r>
              <a:rPr lang="en-US" dirty="0" smtClean="0">
                <a:solidFill>
                  <a:srgbClr val="FF0000"/>
                </a:solidFill>
              </a:rPr>
              <a:t># </a:t>
            </a:r>
            <a:r>
              <a:rPr lang="ru-RU" dirty="0" smtClean="0">
                <a:solidFill>
                  <a:srgbClr val="FF0000"/>
                </a:solidFill>
              </a:rPr>
              <a:t>Следующая строка выводится ниже на 20 пикселей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6358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Помощь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</a:t>
            </a:r>
            <a:r>
              <a:rPr lang="en-US" dirty="0" smtClean="0"/>
              <a:t>text = </a:t>
            </a:r>
            <a:r>
              <a:rPr lang="en-US" dirty="0" err="1" smtClean="0"/>
              <a:t>font.render</a:t>
            </a:r>
            <a:r>
              <a:rPr lang="en-US" dirty="0" smtClean="0"/>
              <a:t>("</a:t>
            </a:r>
            <a:r>
              <a:rPr lang="en-US" dirty="0" smtClean="0">
                <a:solidFill>
                  <a:srgbClr val="00B050"/>
                </a:solidFill>
              </a:rPr>
              <a:t>Press any </a:t>
            </a:r>
            <a:r>
              <a:rPr lang="en-US" dirty="0" err="1" smtClean="0">
                <a:solidFill>
                  <a:srgbClr val="00B050"/>
                </a:solidFill>
              </a:rPr>
              <a:t>key</a:t>
            </a:r>
            <a:r>
              <a:rPr lang="en-US" dirty="0" err="1" smtClean="0"/>
              <a:t>",True</a:t>
            </a:r>
            <a:r>
              <a:rPr lang="en-US" dirty="0" smtClean="0"/>
              <a:t>, color)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background.blit</a:t>
            </a:r>
            <a:r>
              <a:rPr lang="en-US" dirty="0" smtClean="0"/>
              <a:t>(text, [150, 550])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screen.blit</a:t>
            </a:r>
            <a:r>
              <a:rPr lang="en-US" dirty="0" smtClean="0"/>
              <a:t>(background, (0, 0))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pygame.display.flip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dirty="0" smtClean="0"/>
              <a:t>     running=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True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904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F0"/>
                </a:solidFill>
              </a:rPr>
              <a:t>Помощь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while </a:t>
            </a:r>
            <a:r>
              <a:rPr lang="en-US" dirty="0" smtClean="0"/>
              <a:t>running: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dirty="0" smtClean="0"/>
              <a:t>event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 smtClean="0"/>
              <a:t> </a:t>
            </a:r>
            <a:r>
              <a:rPr lang="en-US" dirty="0" err="1" smtClean="0"/>
              <a:t>pygame.event.get</a:t>
            </a:r>
            <a:r>
              <a:rPr lang="en-US" dirty="0" smtClean="0"/>
              <a:t>():</a:t>
            </a:r>
          </a:p>
          <a:p>
            <a:pPr marL="0" indent="0">
              <a:buNone/>
            </a:pPr>
            <a:r>
              <a:rPr lang="en-US" dirty="0" smtClean="0"/>
              <a:t>             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 err="1" smtClean="0"/>
              <a:t>event.type</a:t>
            </a:r>
            <a:r>
              <a:rPr lang="en-US" dirty="0" smtClean="0"/>
              <a:t> == </a:t>
            </a:r>
            <a:r>
              <a:rPr lang="en-US" dirty="0" err="1" smtClean="0"/>
              <a:t>pygame.KEYDOWN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                    running =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xmlns="" val="294915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Меню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, sys, random, </a:t>
            </a:r>
            <a:r>
              <a:rPr lang="en-US" dirty="0" err="1"/>
              <a:t>zastavka</a:t>
            </a:r>
            <a:endParaRPr lang="en-US" dirty="0"/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THECOLORS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font</a:t>
            </a:r>
          </a:p>
          <a:p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r>
              <a:rPr lang="en-US" dirty="0"/>
              <a:t>zastavka.zastavka1()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8602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Меню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pygame.display.set_caption</a:t>
            </a:r>
            <a:r>
              <a:rPr lang="en-US" dirty="0"/>
              <a:t>("</a:t>
            </a:r>
            <a:r>
              <a:rPr lang="ru-RU" dirty="0">
                <a:solidFill>
                  <a:srgbClr val="00B050"/>
                </a:solidFill>
              </a:rPr>
              <a:t>Крутая игра</a:t>
            </a:r>
            <a:r>
              <a:rPr lang="ru-RU" dirty="0"/>
              <a:t>")</a:t>
            </a:r>
          </a:p>
          <a:p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([400, 600])</a:t>
            </a:r>
          </a:p>
          <a:p>
            <a:r>
              <a:rPr lang="en-US" dirty="0"/>
              <a:t>background = </a:t>
            </a:r>
            <a:r>
              <a:rPr lang="en-US" dirty="0" err="1"/>
              <a:t>pygame.Surface</a:t>
            </a:r>
            <a:r>
              <a:rPr lang="en-US" dirty="0"/>
              <a:t>(</a:t>
            </a:r>
            <a:r>
              <a:rPr lang="en-US" dirty="0" err="1"/>
              <a:t>screen.get_size</a:t>
            </a:r>
            <a:r>
              <a:rPr lang="en-US" dirty="0"/>
              <a:t>())</a:t>
            </a:r>
          </a:p>
          <a:p>
            <a:r>
              <a:rPr lang="en-US" dirty="0"/>
              <a:t>top=[60,210,360,510</a:t>
            </a:r>
            <a:r>
              <a:rPr lang="en-US" dirty="0" smtClean="0"/>
              <a:t>]</a:t>
            </a:r>
          </a:p>
          <a:p>
            <a:r>
              <a:rPr lang="en-US" dirty="0" smtClean="0"/>
              <a:t> left=100</a:t>
            </a:r>
          </a:p>
          <a:p>
            <a:r>
              <a:rPr lang="en-US" dirty="0" smtClean="0"/>
              <a:t> width=200</a:t>
            </a:r>
          </a:p>
          <a:p>
            <a:r>
              <a:rPr lang="en-US" dirty="0" smtClean="0"/>
              <a:t> </a:t>
            </a:r>
            <a:r>
              <a:rPr lang="en-US" dirty="0"/>
              <a:t>height=80</a:t>
            </a:r>
          </a:p>
          <a:p>
            <a:r>
              <a:rPr lang="en-US" dirty="0" err="1"/>
              <a:t>menu_text</a:t>
            </a:r>
            <a:r>
              <a:rPr lang="en-US" dirty="0"/>
              <a:t>=["</a:t>
            </a:r>
            <a:r>
              <a:rPr lang="en-US" dirty="0">
                <a:solidFill>
                  <a:srgbClr val="00B050"/>
                </a:solidFill>
              </a:rPr>
              <a:t>Play</a:t>
            </a:r>
            <a:r>
              <a:rPr lang="en-US" dirty="0"/>
              <a:t>", "</a:t>
            </a:r>
            <a:r>
              <a:rPr lang="en-US" dirty="0" err="1">
                <a:solidFill>
                  <a:srgbClr val="00B050"/>
                </a:solidFill>
              </a:rPr>
              <a:t>Help</a:t>
            </a:r>
            <a:r>
              <a:rPr lang="en-US" dirty="0" err="1"/>
              <a:t>","</a:t>
            </a:r>
            <a:r>
              <a:rPr lang="en-US" dirty="0" err="1" smtClean="0">
                <a:solidFill>
                  <a:srgbClr val="00B050"/>
                </a:solidFill>
              </a:rPr>
              <a:t>Exit</a:t>
            </a:r>
            <a:r>
              <a:rPr lang="en-US" dirty="0" err="1" smtClean="0"/>
              <a:t>“,”Records</a:t>
            </a:r>
            <a:r>
              <a:rPr lang="en-US" dirty="0" smtClean="0"/>
              <a:t>”]</a:t>
            </a:r>
            <a:endParaRPr lang="en-US" dirty="0"/>
          </a:p>
          <a:p>
            <a:r>
              <a:rPr lang="en-US" dirty="0"/>
              <a:t>color = THECOLORS["</a:t>
            </a:r>
            <a:r>
              <a:rPr lang="en-US" dirty="0">
                <a:solidFill>
                  <a:srgbClr val="00B050"/>
                </a:solidFill>
              </a:rPr>
              <a:t>blue</a:t>
            </a:r>
            <a:r>
              <a:rPr lang="en-US" dirty="0"/>
              <a:t>"]</a:t>
            </a:r>
          </a:p>
          <a:p>
            <a:r>
              <a:rPr lang="en-US" dirty="0"/>
              <a:t>font = </a:t>
            </a:r>
            <a:r>
              <a:rPr lang="en-US" dirty="0" err="1"/>
              <a:t>pygame.font.Font</a:t>
            </a:r>
            <a:r>
              <a:rPr lang="en-US" dirty="0"/>
              <a:t>(None, 40)</a:t>
            </a:r>
          </a:p>
          <a:p>
            <a:r>
              <a:rPr lang="en-US" dirty="0" err="1"/>
              <a:t>line_width</a:t>
            </a:r>
            <a:r>
              <a:rPr lang="en-US" dirty="0"/>
              <a:t> = 0</a:t>
            </a:r>
          </a:p>
          <a:p>
            <a:r>
              <a:rPr lang="en-US" dirty="0"/>
              <a:t>running=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292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Меню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running:</a:t>
            </a:r>
          </a:p>
          <a:p>
            <a:r>
              <a:rPr lang="en-US" dirty="0"/>
              <a:t>    </a:t>
            </a:r>
            <a:r>
              <a:rPr lang="en-US" dirty="0" err="1"/>
              <a:t>background.fill</a:t>
            </a:r>
            <a:r>
              <a:rPr lang="en-US" dirty="0"/>
              <a:t>([255,200,0])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range(0,4):</a:t>
            </a:r>
          </a:p>
          <a:p>
            <a:r>
              <a:rPr lang="en-US" sz="2600" dirty="0"/>
              <a:t>        </a:t>
            </a:r>
            <a:r>
              <a:rPr lang="en-US" sz="2600" dirty="0" err="1"/>
              <a:t>pygame.draw.rect</a:t>
            </a:r>
            <a:r>
              <a:rPr lang="en-US" sz="2600" dirty="0"/>
              <a:t>(background, color, [left, top[</a:t>
            </a:r>
            <a:r>
              <a:rPr lang="en-US" sz="2600" dirty="0" err="1"/>
              <a:t>i</a:t>
            </a:r>
            <a:r>
              <a:rPr lang="en-US" sz="2600" dirty="0"/>
              <a:t>], width, height], </a:t>
            </a:r>
            <a:r>
              <a:rPr lang="en-US" sz="2600" dirty="0" err="1"/>
              <a:t>line_width</a:t>
            </a:r>
            <a:r>
              <a:rPr lang="en-US" sz="2600" dirty="0"/>
              <a:t>)</a:t>
            </a:r>
          </a:p>
          <a:p>
            <a:r>
              <a:rPr lang="en-US" dirty="0"/>
              <a:t>        text = 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 err="1"/>
              <a:t>menu_text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],1, THECOLORS ["</a:t>
            </a:r>
            <a:r>
              <a:rPr lang="en-US" dirty="0">
                <a:solidFill>
                  <a:srgbClr val="00B050"/>
                </a:solidFill>
              </a:rPr>
              <a:t>white</a:t>
            </a:r>
            <a:r>
              <a:rPr lang="en-US" dirty="0"/>
              <a:t>"])</a:t>
            </a:r>
          </a:p>
          <a:p>
            <a:r>
              <a:rPr lang="en-US" dirty="0"/>
              <a:t>        </a:t>
            </a:r>
            <a:r>
              <a:rPr lang="en-US" dirty="0" err="1"/>
              <a:t>background.blit</a:t>
            </a:r>
            <a:r>
              <a:rPr lang="en-US" dirty="0"/>
              <a:t>(text, [left+50, top[</a:t>
            </a:r>
            <a:r>
              <a:rPr lang="en-US" dirty="0" err="1"/>
              <a:t>i</a:t>
            </a:r>
            <a:r>
              <a:rPr lang="en-US" dirty="0"/>
              <a:t>]+30] )</a:t>
            </a:r>
          </a:p>
          <a:p>
            <a:r>
              <a:rPr lang="en-US" dirty="0"/>
              <a:t>    text = </a:t>
            </a:r>
            <a:r>
              <a:rPr lang="en-US" dirty="0" err="1"/>
              <a:t>font.render</a:t>
            </a:r>
            <a:r>
              <a:rPr lang="en-US" dirty="0"/>
              <a:t>("</a:t>
            </a:r>
            <a:r>
              <a:rPr lang="en-US" dirty="0">
                <a:solidFill>
                  <a:srgbClr val="00B050"/>
                </a:solidFill>
              </a:rPr>
              <a:t>Menu</a:t>
            </a:r>
            <a:r>
              <a:rPr lang="en-US" dirty="0"/>
              <a:t>",1, THECOLORS ["</a:t>
            </a:r>
            <a:r>
              <a:rPr lang="en-US" dirty="0">
                <a:solidFill>
                  <a:srgbClr val="00B050"/>
                </a:solidFill>
              </a:rPr>
              <a:t>blue</a:t>
            </a:r>
            <a:r>
              <a:rPr lang="en-US" dirty="0"/>
              <a:t>"])</a:t>
            </a:r>
          </a:p>
          <a:p>
            <a:r>
              <a:rPr lang="en-US" dirty="0"/>
              <a:t>    </a:t>
            </a:r>
            <a:r>
              <a:rPr lang="en-US" dirty="0" err="1"/>
              <a:t>background.blit</a:t>
            </a:r>
            <a:r>
              <a:rPr lang="en-US" dirty="0"/>
              <a:t>(text, [150,10] )</a:t>
            </a:r>
          </a:p>
          <a:p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(background, (0, 0))</a:t>
            </a:r>
          </a:p>
          <a:p>
            <a:r>
              <a:rPr lang="en-US" dirty="0"/>
              <a:t>    </a:t>
            </a:r>
            <a:r>
              <a:rPr lang="en-US" dirty="0" err="1"/>
              <a:t>pygame.display.flip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96366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Меню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US" dirty="0"/>
              <a:t>event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in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r>
              <a:rPr lang="en-US" dirty="0"/>
              <a:t>        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pygame.MOUSEBUTTONDOWN</a:t>
            </a:r>
            <a:r>
              <a:rPr lang="en-US" dirty="0"/>
              <a:t>:</a:t>
            </a:r>
          </a:p>
          <a:p>
            <a:r>
              <a:rPr lang="en-US" dirty="0"/>
              <a:t>            (</a:t>
            </a:r>
            <a:r>
              <a:rPr lang="en-US" dirty="0" err="1"/>
              <a:t>x,y</a:t>
            </a:r>
            <a:r>
              <a:rPr lang="en-US" dirty="0"/>
              <a:t>)=</a:t>
            </a:r>
            <a:r>
              <a:rPr lang="en-US" dirty="0" err="1"/>
              <a:t>pygame.mouse.get_pos</a:t>
            </a:r>
            <a:r>
              <a:rPr lang="en-US" dirty="0"/>
              <a:t>()</a:t>
            </a:r>
          </a:p>
          <a:p>
            <a:r>
              <a:rPr lang="en-US" dirty="0"/>
              <a:t>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range (0,4):</a:t>
            </a:r>
          </a:p>
          <a:p>
            <a:r>
              <a:rPr lang="en-US" dirty="0"/>
              <a:t>    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/>
              <a:t>x&gt;left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/>
              <a:t> x&lt;</a:t>
            </a:r>
            <a:r>
              <a:rPr lang="en-US" dirty="0" err="1"/>
              <a:t>left+width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/>
              <a:t> y&gt;top[</a:t>
            </a:r>
            <a:r>
              <a:rPr lang="en-US" dirty="0" err="1"/>
              <a:t>i</a:t>
            </a:r>
            <a:r>
              <a:rPr lang="en-US" dirty="0"/>
              <a:t>]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/>
              <a:t> y&lt;top[</a:t>
            </a:r>
            <a:r>
              <a:rPr lang="en-US" dirty="0" err="1"/>
              <a:t>i</a:t>
            </a:r>
            <a:r>
              <a:rPr lang="en-US" dirty="0"/>
              <a:t>]+height: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            break</a:t>
            </a:r>
          </a:p>
          <a:p>
            <a:r>
              <a:rPr lang="en-US" dirty="0"/>
              <a:t> 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==2:</a:t>
            </a:r>
          </a:p>
          <a:p>
            <a:r>
              <a:rPr lang="en-US" dirty="0"/>
              <a:t>    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r>
              <a:rPr lang="en-US" dirty="0"/>
              <a:t> 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==0:</a:t>
            </a:r>
          </a:p>
          <a:p>
            <a:r>
              <a:rPr lang="en-US" dirty="0"/>
              <a:t>    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import </a:t>
            </a:r>
            <a:r>
              <a:rPr lang="en-US" dirty="0"/>
              <a:t>game</a:t>
            </a:r>
          </a:p>
          <a:p>
            <a:r>
              <a:rPr lang="en-US" dirty="0"/>
              <a:t>                </a:t>
            </a:r>
            <a:r>
              <a:rPr lang="en-US" dirty="0" err="1"/>
              <a:t>game.mygame</a:t>
            </a:r>
            <a:r>
              <a:rPr lang="en-US" dirty="0"/>
              <a:t>()</a:t>
            </a:r>
          </a:p>
          <a:p>
            <a:r>
              <a:rPr lang="en-US" dirty="0"/>
              <a:t>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 err="1"/>
              <a:t>i</a:t>
            </a:r>
            <a:r>
              <a:rPr lang="en-US" dirty="0"/>
              <a:t>==1:</a:t>
            </a:r>
          </a:p>
          <a:p>
            <a:r>
              <a:rPr lang="en-US" dirty="0"/>
              <a:t>     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my_help</a:t>
            </a:r>
            <a:endParaRPr lang="en-US" dirty="0"/>
          </a:p>
          <a:p>
            <a:r>
              <a:rPr lang="en-US" dirty="0"/>
              <a:t>                </a:t>
            </a:r>
            <a:r>
              <a:rPr lang="en-US" dirty="0" err="1"/>
              <a:t>my_help.myhelp</a:t>
            </a:r>
            <a:r>
              <a:rPr lang="en-US" dirty="0" smtClean="0"/>
              <a:t>()</a:t>
            </a:r>
          </a:p>
          <a:p>
            <a:r>
              <a:rPr lang="en-US" dirty="0" err="1"/>
              <a:t>pygame.quit</a:t>
            </a:r>
            <a:r>
              <a:rPr lang="en-US" dirty="0"/>
              <a:t>()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18988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727</Words>
  <Application>Microsoft Office PowerPoint</Application>
  <PresentationFormat>Произвольный</PresentationFormat>
  <Paragraphs>136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Сборка игры</vt:lpstr>
      <vt:lpstr>Заставка</vt:lpstr>
      <vt:lpstr>Заставка</vt:lpstr>
      <vt:lpstr>Заставка</vt:lpstr>
      <vt:lpstr>Заставка</vt:lpstr>
      <vt:lpstr>Заставка</vt:lpstr>
      <vt:lpstr>Помощь</vt:lpstr>
      <vt:lpstr>Помощь</vt:lpstr>
      <vt:lpstr>Помощь</vt:lpstr>
      <vt:lpstr>Помощь</vt:lpstr>
      <vt:lpstr>Помощь</vt:lpstr>
      <vt:lpstr>Помощь</vt:lpstr>
      <vt:lpstr>Меню</vt:lpstr>
      <vt:lpstr>Меню</vt:lpstr>
      <vt:lpstr>Меню</vt:lpstr>
      <vt:lpstr>Меню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Сборка игры</dc:title>
  <dc:creator>Leonid</dc:creator>
  <cp:lastModifiedBy>popov_lkx</cp:lastModifiedBy>
  <cp:revision>13</cp:revision>
  <dcterms:created xsi:type="dcterms:W3CDTF">2019-10-28T04:44:48Z</dcterms:created>
  <dcterms:modified xsi:type="dcterms:W3CDTF">2019-10-30T04:54:24Z</dcterms:modified>
</cp:coreProperties>
</file>