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8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40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24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69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52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40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35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52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76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71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65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83530-373F-43D1-982F-DAAD642F4C1D}" type="datetimeFigureOut">
              <a:rPr lang="ru-RU" smtClean="0"/>
              <a:t>30.01.2020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9BFC8-73EB-45BA-842C-0BB4CFBA1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94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Виды игровых программ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solidFill>
                  <a:srgbClr val="00B050"/>
                </a:solidFill>
              </a:rPr>
              <a:t>Лабиринт</a:t>
            </a:r>
            <a:endParaRPr lang="ru-RU" sz="4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19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Одним из типов  </a:t>
            </a:r>
            <a:r>
              <a:rPr lang="ru-RU" dirty="0"/>
              <a:t>игр является лабиринт, заполненный различными сюрпризами. </a:t>
            </a:r>
            <a:endParaRPr lang="ru-RU" dirty="0" smtClean="0"/>
          </a:p>
          <a:p>
            <a:r>
              <a:rPr lang="ru-RU" dirty="0" smtClean="0"/>
              <a:t>Герой, </a:t>
            </a:r>
            <a:r>
              <a:rPr lang="ru-RU" dirty="0"/>
              <a:t>перемещаясь по лабиринту, попадает в различные ситуации, из которых ему предстоит выбраться. </a:t>
            </a:r>
            <a:endParaRPr lang="ru-RU" dirty="0" smtClean="0"/>
          </a:p>
          <a:p>
            <a:r>
              <a:rPr lang="ru-RU" dirty="0" smtClean="0"/>
              <a:t>Содержательная </a:t>
            </a:r>
            <a:r>
              <a:rPr lang="ru-RU" dirty="0"/>
              <a:t>часть игры целиком зависит от фантазии разработчика. </a:t>
            </a:r>
            <a:endParaRPr lang="ru-RU" dirty="0" smtClean="0"/>
          </a:p>
          <a:p>
            <a:r>
              <a:rPr lang="ru-RU" dirty="0" smtClean="0"/>
              <a:t>Фантазируйте </a:t>
            </a:r>
            <a:r>
              <a:rPr lang="ru-RU" dirty="0"/>
              <a:t>в свое удовольствие! </a:t>
            </a:r>
          </a:p>
        </p:txBody>
      </p:sp>
    </p:spTree>
    <p:extLst>
      <p:ext uri="{BB962C8B-B14F-4D97-AF65-F5344CB8AC3E}">
        <p14:creationId xmlns:p14="http://schemas.microsoft.com/office/powerpoint/2010/main" val="40811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же здесь на простейшем </a:t>
            </a:r>
            <a:r>
              <a:rPr lang="ru-RU" dirty="0" smtClean="0"/>
              <a:t>примере продемонстрируем </a:t>
            </a:r>
            <a:r>
              <a:rPr lang="ru-RU" dirty="0"/>
              <a:t>технологию разработки такого рода игр. </a:t>
            </a:r>
            <a:endParaRPr lang="ru-RU" dirty="0" smtClean="0"/>
          </a:p>
          <a:p>
            <a:r>
              <a:rPr lang="ru-RU" dirty="0" smtClean="0"/>
              <a:t>Пример </a:t>
            </a:r>
            <a:r>
              <a:rPr lang="ru-RU" dirty="0"/>
              <a:t>состоит в следующем: по лабиринту двигается </a:t>
            </a:r>
            <a:r>
              <a:rPr lang="ru-RU" dirty="0" smtClean="0"/>
              <a:t>герой. </a:t>
            </a:r>
          </a:p>
          <a:p>
            <a:r>
              <a:rPr lang="ru-RU" dirty="0" smtClean="0"/>
              <a:t>Если </a:t>
            </a:r>
            <a:r>
              <a:rPr lang="ru-RU" dirty="0"/>
              <a:t>он натыкается на стенку, у него отнимаются очки.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он находит приз, то очки прибавляются. </a:t>
            </a:r>
            <a:endParaRPr lang="ru-RU" dirty="0" smtClean="0"/>
          </a:p>
          <a:p>
            <a:r>
              <a:rPr lang="ru-RU" dirty="0" smtClean="0"/>
              <a:t>Задача </a:t>
            </a:r>
            <a:r>
              <a:rPr lang="ru-RU" dirty="0"/>
              <a:t>игры – выйти из лабиринта и набрать заданное количество очков.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555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Разработка игры начинается с проектирования лабиринта. Мы просто рисуем его в тетради в клетку. </a:t>
            </a:r>
            <a:endParaRPr lang="ru-RU" dirty="0" smtClean="0"/>
          </a:p>
          <a:p>
            <a:r>
              <a:rPr lang="ru-RU" dirty="0"/>
              <a:t>Далее, помечаем различные элементы лабиринта цифрами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(В нашем случае - 0 – стена,  1 – дорога, 2 – </a:t>
            </a:r>
            <a:r>
              <a:rPr lang="ru-RU" dirty="0" smtClean="0"/>
              <a:t>герой, </a:t>
            </a:r>
            <a:r>
              <a:rPr lang="ru-RU" dirty="0"/>
              <a:t>3 - приз,  4 - выход. </a:t>
            </a:r>
            <a:endParaRPr lang="ru-RU" dirty="0" smtClean="0"/>
          </a:p>
          <a:p>
            <a:r>
              <a:rPr lang="ru-RU" dirty="0" smtClean="0"/>
              <a:t>Затем </a:t>
            </a:r>
            <a:r>
              <a:rPr lang="ru-RU" dirty="0"/>
              <a:t>создаем в нашей программе </a:t>
            </a:r>
            <a:r>
              <a:rPr lang="ru-RU" dirty="0" smtClean="0"/>
              <a:t>двумерный список, </a:t>
            </a:r>
            <a:r>
              <a:rPr lang="ru-RU" dirty="0"/>
              <a:t>отображая, таким образом, наш лабиринт. </a:t>
            </a:r>
            <a:endParaRPr lang="ru-RU" dirty="0" smtClean="0"/>
          </a:p>
          <a:p>
            <a:r>
              <a:rPr lang="ru-RU" dirty="0" smtClean="0"/>
              <a:t>Например, так: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38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endParaRPr lang="en-US" dirty="0" smtClean="0"/>
          </a:p>
          <a:p>
            <a:r>
              <a:rPr lang="en-US" dirty="0" err="1" smtClean="0"/>
              <a:t>pygame.init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pygame.mixer.init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zvuk</a:t>
            </a:r>
            <a:r>
              <a:rPr lang="en-US" dirty="0" smtClean="0"/>
              <a:t>=</a:t>
            </a:r>
            <a:r>
              <a:rPr lang="en-US" dirty="0" err="1" smtClean="0"/>
              <a:t>pygame.mixer.Sound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50"/>
                </a:solidFill>
              </a:rPr>
              <a:t>"hit_wall.wav"</a:t>
            </a:r>
            <a:r>
              <a:rPr lang="en-US" dirty="0" smtClean="0"/>
              <a:t>)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звук, если уперся в стенку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pygame.color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THECOLORS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 smtClean="0"/>
              <a:t> </a:t>
            </a:r>
            <a:r>
              <a:rPr lang="en-US" dirty="0" err="1" smtClean="0"/>
              <a:t>pygame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font</a:t>
            </a:r>
          </a:p>
          <a:p>
            <a:r>
              <a:rPr lang="en-US" dirty="0" err="1" smtClean="0"/>
              <a:t>pygame.time.set_timer</a:t>
            </a:r>
            <a:r>
              <a:rPr lang="en-US" dirty="0" smtClean="0"/>
              <a:t>(</a:t>
            </a:r>
            <a:r>
              <a:rPr lang="en-US" dirty="0" err="1" smtClean="0"/>
              <a:t>pygame.USEREVENT</a:t>
            </a:r>
            <a:r>
              <a:rPr lang="en-US" dirty="0" smtClean="0"/>
              <a:t>, 1000)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Это таймер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font = </a:t>
            </a:r>
            <a:r>
              <a:rPr lang="en-US" dirty="0" err="1" smtClean="0"/>
              <a:t>pygame.font.Font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 smtClean="0"/>
              <a:t>, 24)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17709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lab1=[[0,0,0,0,4,0,0,0,0,0],</a:t>
            </a:r>
          </a:p>
          <a:p>
            <a:r>
              <a:rPr lang="en-US" dirty="0" smtClean="0"/>
              <a:t>      	 [0,3,0,0,1,0,0,0,3,4],</a:t>
            </a:r>
          </a:p>
          <a:p>
            <a:r>
              <a:rPr lang="en-US" dirty="0" smtClean="0"/>
              <a:t>     	 [0,1,0,1,1,0,3,1,1,0],</a:t>
            </a:r>
          </a:p>
          <a:p>
            <a:r>
              <a:rPr lang="en-US" dirty="0" smtClean="0"/>
              <a:t>     	 [0,1,1,1,0,0,0,0,1,0],</a:t>
            </a:r>
          </a:p>
          <a:p>
            <a:r>
              <a:rPr lang="en-US" dirty="0" smtClean="0"/>
              <a:t>      	 [0,0,0,3,0,0,0,1,1,0],</a:t>
            </a:r>
          </a:p>
          <a:p>
            <a:r>
              <a:rPr lang="en-US" dirty="0" smtClean="0"/>
              <a:t>     	 [0,1,1,1,1,0,1,1,0,0],</a:t>
            </a:r>
          </a:p>
          <a:p>
            <a:r>
              <a:rPr lang="en-US" dirty="0" smtClean="0"/>
              <a:t>      	 [0,3,0,0,1,3,1,0,0,0],</a:t>
            </a:r>
          </a:p>
          <a:p>
            <a:r>
              <a:rPr lang="en-US" dirty="0" smtClean="0"/>
              <a:t>      	 [0,1,1,0,0,1,0,0,1,0],</a:t>
            </a:r>
          </a:p>
          <a:p>
            <a:r>
              <a:rPr lang="en-US" dirty="0" smtClean="0"/>
              <a:t>      	 [0,0,1,1,0,1,1,3,1,0],</a:t>
            </a:r>
          </a:p>
          <a:p>
            <a:r>
              <a:rPr lang="en-US" dirty="0" smtClean="0"/>
              <a:t>     	 [0,0,0,2,0,0,0,0,0,0]]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Далее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загружаем картинки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265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/>
              <a:t>geroy_file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00B050"/>
                </a:solidFill>
              </a:rPr>
              <a:t>'geroy.jpg'</a:t>
            </a:r>
          </a:p>
          <a:p>
            <a:r>
              <a:rPr lang="en-US" dirty="0" err="1" smtClean="0"/>
              <a:t>stena_file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00B050"/>
                </a:solidFill>
              </a:rPr>
              <a:t>'stena.jpg'</a:t>
            </a:r>
          </a:p>
          <a:p>
            <a:r>
              <a:rPr lang="en-US" dirty="0" err="1" smtClean="0"/>
              <a:t>doroga_file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00B050"/>
                </a:solidFill>
              </a:rPr>
              <a:t>'doroga.jpg'</a:t>
            </a:r>
          </a:p>
          <a:p>
            <a:r>
              <a:rPr lang="en-US" dirty="0" err="1" smtClean="0"/>
              <a:t>priz_file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00B050"/>
                </a:solidFill>
              </a:rPr>
              <a:t>'priz.jpg'</a:t>
            </a:r>
          </a:p>
          <a:p>
            <a:r>
              <a:rPr lang="en-US" dirty="0" err="1" smtClean="0"/>
              <a:t>vihod_file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00B050"/>
                </a:solidFill>
              </a:rPr>
              <a:t>'star.jpg‘</a:t>
            </a:r>
          </a:p>
          <a:p>
            <a:r>
              <a:rPr lang="en-US" dirty="0" err="1" smtClean="0"/>
              <a:t>geroy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geroy_file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stena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stena_file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doroga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doroga_file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priz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priz_file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vihod</a:t>
            </a:r>
            <a:r>
              <a:rPr lang="en-US" dirty="0" smtClean="0"/>
              <a:t>=</a:t>
            </a:r>
            <a:r>
              <a:rPr lang="en-US" dirty="0" err="1" smtClean="0"/>
              <a:t>pygame.image.load</a:t>
            </a:r>
            <a:r>
              <a:rPr lang="en-US" dirty="0" smtClean="0"/>
              <a:t>(</a:t>
            </a:r>
            <a:r>
              <a:rPr lang="en-US" dirty="0" err="1" smtClean="0"/>
              <a:t>vihod_file</a:t>
            </a:r>
            <a:r>
              <a:rPr lang="en-US" dirty="0" smtClean="0"/>
              <a:t>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Формируем экран и инициализируем переменные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02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screen = </a:t>
            </a:r>
            <a:r>
              <a:rPr lang="en-US" dirty="0" err="1" smtClean="0"/>
              <a:t>pygame.display.set_mode</a:t>
            </a:r>
            <a:r>
              <a:rPr lang="en-US" dirty="0" smtClean="0"/>
              <a:t>([940,780])</a:t>
            </a:r>
          </a:p>
          <a:p>
            <a:r>
              <a:rPr lang="en-US" dirty="0" err="1" smtClean="0"/>
              <a:t>screen.fill</a:t>
            </a:r>
            <a:r>
              <a:rPr lang="en-US" dirty="0" smtClean="0"/>
              <a:t>([255,255,255])</a:t>
            </a:r>
          </a:p>
          <a:p>
            <a:r>
              <a:rPr lang="en-US" dirty="0" err="1" smtClean="0"/>
              <a:t>nx</a:t>
            </a:r>
            <a:r>
              <a:rPr lang="en-US" dirty="0" smtClean="0"/>
              <a:t>=100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Расстояния от края графического окна до лабиринта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ny</a:t>
            </a:r>
            <a:r>
              <a:rPr lang="en-US" dirty="0" smtClean="0"/>
              <a:t>=100</a:t>
            </a:r>
          </a:p>
          <a:p>
            <a:r>
              <a:rPr lang="en-US" dirty="0" smtClean="0"/>
              <a:t>dx=50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размеры клетки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dy</a:t>
            </a:r>
            <a:r>
              <a:rPr lang="en-US" dirty="0" smtClean="0"/>
              <a:t>=50</a:t>
            </a:r>
          </a:p>
          <a:p>
            <a:r>
              <a:rPr lang="en-US" dirty="0" err="1" smtClean="0"/>
              <a:t>ochki</a:t>
            </a:r>
            <a:r>
              <a:rPr lang="en-US" dirty="0" smtClean="0"/>
              <a:t>=0</a:t>
            </a:r>
          </a:p>
          <a:p>
            <a:r>
              <a:rPr lang="en-US" dirty="0" err="1" smtClean="0"/>
              <a:t>tim</a:t>
            </a:r>
            <a:r>
              <a:rPr lang="en-US" dirty="0" smtClean="0"/>
              <a:t>=300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отведенное на игру время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klad</a:t>
            </a:r>
            <a:r>
              <a:rPr lang="en-US" dirty="0" smtClean="0"/>
              <a:t>=7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Функция </a:t>
            </a:r>
            <a:r>
              <a:rPr lang="en-US" dirty="0" err="1" smtClean="0">
                <a:solidFill>
                  <a:srgbClr val="FF0000"/>
                </a:solidFill>
              </a:rPr>
              <a:t>drawlab</a:t>
            </a:r>
            <a:r>
              <a:rPr lang="en-US" dirty="0" smtClean="0">
                <a:solidFill>
                  <a:srgbClr val="FF0000"/>
                </a:solidFill>
              </a:rPr>
              <a:t>() </a:t>
            </a:r>
            <a:r>
              <a:rPr lang="ru-RU" dirty="0" smtClean="0">
                <a:solidFill>
                  <a:srgbClr val="FF0000"/>
                </a:solidFill>
              </a:rPr>
              <a:t>рисует лабиринт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9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00B0F0"/>
                </a:solidFill>
              </a:rPr>
              <a:t>drawlab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dirty="0" smtClean="0"/>
              <a:t> </a:t>
            </a:r>
            <a:r>
              <a:rPr lang="en-US" dirty="0" err="1" smtClean="0"/>
              <a:t>ik,jk,font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range</a:t>
            </a:r>
            <a:r>
              <a:rPr lang="en-US" dirty="0" smtClean="0"/>
              <a:t>(0,10):</a:t>
            </a:r>
          </a:p>
          <a:p>
            <a:r>
              <a:rPr lang="en-US" dirty="0" smtClean="0"/>
              <a:t>  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 smtClean="0"/>
              <a:t> j in </a:t>
            </a:r>
            <a:r>
              <a:rPr lang="en-US" dirty="0" smtClean="0">
                <a:solidFill>
                  <a:srgbClr val="7030A0"/>
                </a:solidFill>
              </a:rPr>
              <a:t>range</a:t>
            </a:r>
            <a:r>
              <a:rPr lang="en-US" dirty="0" smtClean="0"/>
              <a:t>(0,10):</a:t>
            </a:r>
          </a:p>
          <a:p>
            <a:r>
              <a:rPr lang="en-US" dirty="0" smtClean="0"/>
              <a:t>            x=</a:t>
            </a:r>
            <a:r>
              <a:rPr lang="en-US" dirty="0" err="1" smtClean="0"/>
              <a:t>nx+dx</a:t>
            </a:r>
            <a:r>
              <a:rPr lang="en-US" dirty="0" smtClean="0"/>
              <a:t>*j</a:t>
            </a:r>
          </a:p>
          <a:p>
            <a:r>
              <a:rPr lang="en-US" dirty="0" smtClean="0"/>
              <a:t>            y=</a:t>
            </a:r>
            <a:r>
              <a:rPr lang="en-US" dirty="0" err="1" smtClean="0"/>
              <a:t>ny+dy</a:t>
            </a:r>
            <a:r>
              <a:rPr lang="en-US" dirty="0" smtClean="0"/>
              <a:t>*</a:t>
            </a:r>
            <a:r>
              <a:rPr lang="en-US" dirty="0" err="1" smtClean="0"/>
              <a:t>i</a:t>
            </a:r>
            <a:endParaRPr lang="en-US" dirty="0" smtClean="0"/>
          </a:p>
          <a:p>
            <a:r>
              <a:rPr lang="en-US" dirty="0" smtClean="0"/>
              <a:t>         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 smtClean="0"/>
              <a:t> lab1[</a:t>
            </a:r>
            <a:r>
              <a:rPr lang="en-US" dirty="0" err="1" smtClean="0"/>
              <a:t>i</a:t>
            </a:r>
            <a:r>
              <a:rPr lang="en-US" dirty="0" smtClean="0"/>
              <a:t>][j]==0: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stena</a:t>
            </a:r>
            <a:r>
              <a:rPr lang="en-US" dirty="0" smtClean="0"/>
              <a:t>,[</a:t>
            </a:r>
            <a:r>
              <a:rPr lang="en-US" dirty="0" err="1" smtClean="0"/>
              <a:t>x,y</a:t>
            </a:r>
            <a:r>
              <a:rPr lang="en-US" dirty="0" smtClean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23563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 	 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 smtClean="0"/>
              <a:t> lab1[</a:t>
            </a:r>
            <a:r>
              <a:rPr lang="en-US" dirty="0" err="1" smtClean="0"/>
              <a:t>i</a:t>
            </a:r>
            <a:r>
              <a:rPr lang="en-US" dirty="0" smtClean="0"/>
              <a:t>][j]==1: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doroga</a:t>
            </a:r>
            <a:r>
              <a:rPr lang="en-US" dirty="0" smtClean="0"/>
              <a:t>,[</a:t>
            </a:r>
            <a:r>
              <a:rPr lang="en-US" dirty="0" err="1" smtClean="0"/>
              <a:t>x,y</a:t>
            </a:r>
            <a:r>
              <a:rPr lang="en-US" dirty="0" smtClean="0"/>
              <a:t>])</a:t>
            </a:r>
          </a:p>
          <a:p>
            <a:r>
              <a:rPr lang="en-US" dirty="0" smtClean="0"/>
              <a:t>           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 smtClean="0"/>
              <a:t> lab1[</a:t>
            </a:r>
            <a:r>
              <a:rPr lang="en-US" dirty="0" err="1" smtClean="0"/>
              <a:t>i</a:t>
            </a:r>
            <a:r>
              <a:rPr lang="en-US" dirty="0" smtClean="0"/>
              <a:t>][j]==2: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geroy</a:t>
            </a:r>
            <a:r>
              <a:rPr lang="en-US" dirty="0" smtClean="0"/>
              <a:t>,[</a:t>
            </a:r>
            <a:r>
              <a:rPr lang="en-US" dirty="0" err="1" smtClean="0"/>
              <a:t>x,y</a:t>
            </a:r>
            <a:r>
              <a:rPr lang="en-US" dirty="0" smtClean="0"/>
              <a:t>])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ik</a:t>
            </a:r>
            <a:r>
              <a:rPr lang="en-US" dirty="0" smtClean="0"/>
              <a:t>=I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 Запоминаем номер строки и столбца героя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                </a:t>
            </a:r>
            <a:r>
              <a:rPr lang="en-US" dirty="0" err="1" smtClean="0"/>
              <a:t>jk</a:t>
            </a:r>
            <a:r>
              <a:rPr lang="en-US" dirty="0" smtClean="0"/>
              <a:t>=j</a:t>
            </a:r>
          </a:p>
          <a:p>
            <a:r>
              <a:rPr lang="en-US" dirty="0" smtClean="0"/>
              <a:t>           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 smtClean="0"/>
              <a:t> lab1[</a:t>
            </a:r>
            <a:r>
              <a:rPr lang="en-US" dirty="0" err="1" smtClean="0"/>
              <a:t>i</a:t>
            </a:r>
            <a:r>
              <a:rPr lang="en-US" dirty="0" smtClean="0"/>
              <a:t>][j]==3: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priz</a:t>
            </a:r>
            <a:r>
              <a:rPr lang="en-US" dirty="0" smtClean="0"/>
              <a:t>,[</a:t>
            </a:r>
            <a:r>
              <a:rPr lang="en-US" dirty="0" err="1" smtClean="0"/>
              <a:t>x,y</a:t>
            </a:r>
            <a:r>
              <a:rPr lang="en-US" dirty="0" smtClean="0"/>
              <a:t>])</a:t>
            </a:r>
          </a:p>
          <a:p>
            <a:r>
              <a:rPr lang="en-US" dirty="0" smtClean="0"/>
              <a:t>           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 smtClean="0"/>
              <a:t> lab1[</a:t>
            </a:r>
            <a:r>
              <a:rPr lang="en-US" dirty="0" err="1" smtClean="0"/>
              <a:t>i</a:t>
            </a:r>
            <a:r>
              <a:rPr lang="en-US" dirty="0" smtClean="0"/>
              <a:t>][j]==4:</a:t>
            </a:r>
          </a:p>
          <a:p>
            <a:r>
              <a:rPr lang="en-US" dirty="0" smtClean="0"/>
              <a:t>                </a:t>
            </a:r>
            <a:r>
              <a:rPr lang="en-US" dirty="0" err="1" smtClean="0"/>
              <a:t>screen.blit</a:t>
            </a:r>
            <a:r>
              <a:rPr lang="en-US" dirty="0" smtClean="0"/>
              <a:t>(</a:t>
            </a:r>
            <a:r>
              <a:rPr lang="en-US" dirty="0" err="1" smtClean="0"/>
              <a:t>vihod</a:t>
            </a:r>
            <a:r>
              <a:rPr lang="en-US" dirty="0" smtClean="0"/>
              <a:t>,[</a:t>
            </a:r>
            <a:r>
              <a:rPr lang="en-US" dirty="0" err="1" smtClean="0"/>
              <a:t>x,y</a:t>
            </a:r>
            <a:r>
              <a:rPr lang="en-US" dirty="0" smtClean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5545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en-US" dirty="0" smtClean="0"/>
              <a:t> text=</a:t>
            </a:r>
            <a:r>
              <a:rPr lang="en-US" dirty="0" err="1" smtClean="0"/>
              <a:t>font.render</a:t>
            </a:r>
            <a:r>
              <a:rPr lang="en-US" dirty="0"/>
              <a:t>('</a:t>
            </a:r>
            <a:r>
              <a:rPr lang="ru-RU" dirty="0"/>
              <a:t>У вас '+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ochki</a:t>
            </a:r>
            <a:r>
              <a:rPr lang="en-US" dirty="0"/>
              <a:t>)+' </a:t>
            </a:r>
            <a:r>
              <a:rPr lang="ru-RU" dirty="0"/>
              <a:t>очков',1, </a:t>
            </a:r>
            <a:r>
              <a:rPr lang="en-US" dirty="0"/>
              <a:t>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</a:p>
          <a:p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(text,[650,150])</a:t>
            </a:r>
          </a:p>
          <a:p>
            <a:r>
              <a:rPr lang="en-US" dirty="0"/>
              <a:t>    text=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tim</a:t>
            </a:r>
            <a:r>
              <a:rPr lang="en-US" dirty="0"/>
              <a:t>),1, THECOLORS ["blue"])</a:t>
            </a:r>
          </a:p>
          <a:p>
            <a:r>
              <a:rPr lang="en-US" dirty="0"/>
              <a:t>    </a:t>
            </a:r>
            <a:r>
              <a:rPr lang="en-US" dirty="0" err="1"/>
              <a:t>screen.blit</a:t>
            </a:r>
            <a:r>
              <a:rPr lang="en-US" dirty="0"/>
              <a:t>(text,[650,250])</a:t>
            </a:r>
          </a:p>
          <a:p>
            <a:r>
              <a:rPr lang="en-US" dirty="0"/>
              <a:t>    </a:t>
            </a:r>
            <a:r>
              <a:rPr lang="en-US" dirty="0" err="1"/>
              <a:t>pygame.display.flip</a:t>
            </a:r>
            <a:r>
              <a:rPr lang="en-US" dirty="0" smtClean="0"/>
              <a:t>()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Следующая функция анализирует клавиши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57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analyskey</a:t>
            </a:r>
            <a:r>
              <a:rPr lang="en-US" dirty="0"/>
              <a:t>(</a:t>
            </a:r>
            <a:r>
              <a:rPr lang="en-US" dirty="0" err="1"/>
              <a:t>ik,jk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dirty="0"/>
              <a:t> </a:t>
            </a:r>
            <a:r>
              <a:rPr lang="en-US" dirty="0" err="1"/>
              <a:t>i,j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pygame.K_UP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=ik-1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pygame.K_DOWN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=ik+1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pygame.K_LEFT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j=jk-1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/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pygame.K_RIGHT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smtClean="0"/>
              <a:t>j=jk+1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Функция движения в лабиринте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12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movelab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global </a:t>
            </a:r>
            <a:r>
              <a:rPr lang="en-US" dirty="0"/>
              <a:t>i,j,ik,jk,lab1,ochki</a:t>
            </a:r>
          </a:p>
          <a:p>
            <a:pPr marL="0" indent="0">
              <a:buNone/>
            </a:pPr>
            <a:r>
              <a:rPr lang="en-US" dirty="0"/>
              <a:t>    x=</a:t>
            </a:r>
            <a:r>
              <a:rPr lang="en-US" dirty="0" err="1"/>
              <a:t>nx+dx</a:t>
            </a:r>
            <a:r>
              <a:rPr lang="en-US" dirty="0"/>
              <a:t>*j</a:t>
            </a:r>
          </a:p>
          <a:p>
            <a:pPr marL="0" indent="0">
              <a:buNone/>
            </a:pPr>
            <a:r>
              <a:rPr lang="en-US" dirty="0"/>
              <a:t>    y=</a:t>
            </a:r>
            <a:r>
              <a:rPr lang="en-US" dirty="0" err="1"/>
              <a:t>ny+dy</a:t>
            </a:r>
            <a:r>
              <a:rPr lang="en-US" dirty="0"/>
              <a:t>*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xk</a:t>
            </a:r>
            <a:r>
              <a:rPr lang="en-US" dirty="0"/>
              <a:t>=</a:t>
            </a:r>
            <a:r>
              <a:rPr lang="en-US" dirty="0" err="1"/>
              <a:t>nx+dx</a:t>
            </a:r>
            <a:r>
              <a:rPr lang="en-US" dirty="0"/>
              <a:t>*</a:t>
            </a:r>
            <a:r>
              <a:rPr lang="en-US" dirty="0" err="1"/>
              <a:t>jk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 smtClean="0"/>
              <a:t>yk</a:t>
            </a:r>
            <a:r>
              <a:rPr lang="en-US" dirty="0" smtClean="0"/>
              <a:t>=</a:t>
            </a:r>
            <a:r>
              <a:rPr lang="en-US" dirty="0" err="1" smtClean="0"/>
              <a:t>ny+dy</a:t>
            </a:r>
            <a:r>
              <a:rPr lang="en-US" dirty="0" smtClean="0"/>
              <a:t>*</a:t>
            </a:r>
            <a:r>
              <a:rPr lang="en-US" dirty="0" err="1" smtClean="0"/>
              <a:t>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2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lab1[</a:t>
            </a:r>
            <a:r>
              <a:rPr lang="en-US" dirty="0" err="1"/>
              <a:t>i</a:t>
            </a:r>
            <a:r>
              <a:rPr lang="en-US" dirty="0"/>
              <a:t>][j]==0: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j=</a:t>
            </a:r>
            <a:r>
              <a:rPr lang="en-US" dirty="0" err="1"/>
              <a:t>jk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zvuk.play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lab1[</a:t>
            </a:r>
            <a:r>
              <a:rPr lang="en-US" dirty="0" err="1"/>
              <a:t>i</a:t>
            </a:r>
            <a:r>
              <a:rPr lang="en-US" dirty="0"/>
              <a:t>][j]==1:</a:t>
            </a:r>
          </a:p>
          <a:p>
            <a:pPr marL="0" indent="0">
              <a:buNone/>
            </a:pPr>
            <a:r>
              <a:rPr lang="en-US" dirty="0"/>
              <a:t>        lab1[</a:t>
            </a:r>
            <a:r>
              <a:rPr lang="en-US" dirty="0" err="1"/>
              <a:t>i</a:t>
            </a:r>
            <a:r>
              <a:rPr lang="en-US" dirty="0"/>
              <a:t>][j]=2</a:t>
            </a:r>
          </a:p>
          <a:p>
            <a:pPr marL="0" indent="0">
              <a:buNone/>
            </a:pPr>
            <a:r>
              <a:rPr lang="en-US" dirty="0"/>
              <a:t>        lab1[</a:t>
            </a:r>
            <a:r>
              <a:rPr lang="en-US" dirty="0" err="1"/>
              <a:t>ik</a:t>
            </a:r>
            <a:r>
              <a:rPr lang="en-US" dirty="0"/>
              <a:t>][</a:t>
            </a:r>
            <a:r>
              <a:rPr lang="en-US" dirty="0" err="1"/>
              <a:t>jk</a:t>
            </a:r>
            <a:r>
              <a:rPr lang="en-US" dirty="0"/>
              <a:t>]=1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ik</a:t>
            </a:r>
            <a:r>
              <a:rPr lang="en-US" dirty="0"/>
              <a:t>=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jk</a:t>
            </a:r>
            <a:r>
              <a:rPr lang="en-US" dirty="0"/>
              <a:t>=j</a:t>
            </a:r>
          </a:p>
        </p:txBody>
      </p:sp>
    </p:spTree>
    <p:extLst>
      <p:ext uri="{BB962C8B-B14F-4D97-AF65-F5344CB8AC3E}">
        <p14:creationId xmlns:p14="http://schemas.microsoft.com/office/powerpoint/2010/main" val="293963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if </a:t>
            </a:r>
            <a:r>
              <a:rPr lang="en-US" dirty="0"/>
              <a:t>lab1[</a:t>
            </a:r>
            <a:r>
              <a:rPr lang="en-US" dirty="0" err="1"/>
              <a:t>i</a:t>
            </a:r>
            <a:r>
              <a:rPr lang="en-US" dirty="0"/>
              <a:t>][j]==3:</a:t>
            </a:r>
          </a:p>
          <a:p>
            <a:pPr marL="0" indent="0">
              <a:buNone/>
            </a:pPr>
            <a:r>
              <a:rPr lang="en-US" dirty="0"/>
              <a:t>        lab1[</a:t>
            </a:r>
            <a:r>
              <a:rPr lang="en-US" dirty="0" err="1"/>
              <a:t>i</a:t>
            </a:r>
            <a:r>
              <a:rPr lang="en-US" dirty="0"/>
              <a:t>][j]=2</a:t>
            </a:r>
          </a:p>
          <a:p>
            <a:pPr marL="0" indent="0">
              <a:buNone/>
            </a:pPr>
            <a:r>
              <a:rPr lang="en-US" dirty="0"/>
              <a:t>        lab1[</a:t>
            </a:r>
            <a:r>
              <a:rPr lang="en-US" dirty="0" err="1"/>
              <a:t>ik</a:t>
            </a:r>
            <a:r>
              <a:rPr lang="en-US" dirty="0"/>
              <a:t>][</a:t>
            </a:r>
            <a:r>
              <a:rPr lang="en-US" dirty="0" err="1"/>
              <a:t>jk</a:t>
            </a:r>
            <a:r>
              <a:rPr lang="en-US" dirty="0"/>
              <a:t>]=1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ik</a:t>
            </a:r>
            <a:r>
              <a:rPr lang="en-US" dirty="0"/>
              <a:t>=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jk</a:t>
            </a:r>
            <a:r>
              <a:rPr lang="en-US" dirty="0"/>
              <a:t>=j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ochki</a:t>
            </a:r>
            <a:r>
              <a:rPr lang="en-US" dirty="0"/>
              <a:t>=ochki+1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screen.fill</a:t>
            </a:r>
            <a:r>
              <a:rPr lang="en-US" dirty="0"/>
              <a:t>([255,255,255])</a:t>
            </a:r>
          </a:p>
        </p:txBody>
      </p:sp>
    </p:spTree>
    <p:extLst>
      <p:ext uri="{BB962C8B-B14F-4D97-AF65-F5344CB8AC3E}">
        <p14:creationId xmlns:p14="http://schemas.microsoft.com/office/powerpoint/2010/main" val="321196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lab1[</a:t>
            </a:r>
            <a:r>
              <a:rPr lang="en-US" dirty="0" err="1"/>
              <a:t>i</a:t>
            </a:r>
            <a:r>
              <a:rPr lang="en-US" dirty="0"/>
              <a:t>][j]==4:</a:t>
            </a:r>
          </a:p>
          <a:p>
            <a:pPr marL="0" indent="0">
              <a:buNone/>
            </a:pPr>
            <a:r>
              <a:rPr lang="en-US" dirty="0"/>
              <a:t>        lab1[</a:t>
            </a:r>
            <a:r>
              <a:rPr lang="en-US" dirty="0" err="1"/>
              <a:t>i</a:t>
            </a:r>
            <a:r>
              <a:rPr lang="en-US" dirty="0"/>
              <a:t>][j]=2</a:t>
            </a:r>
          </a:p>
          <a:p>
            <a:pPr marL="0" indent="0">
              <a:buNone/>
            </a:pPr>
            <a:r>
              <a:rPr lang="en-US" dirty="0"/>
              <a:t>        lab1[</a:t>
            </a:r>
            <a:r>
              <a:rPr lang="en-US" dirty="0" err="1"/>
              <a:t>ik</a:t>
            </a:r>
            <a:r>
              <a:rPr lang="en-US" dirty="0"/>
              <a:t>][</a:t>
            </a:r>
            <a:r>
              <a:rPr lang="en-US" dirty="0" err="1"/>
              <a:t>jk</a:t>
            </a:r>
            <a:r>
              <a:rPr lang="en-US" dirty="0"/>
              <a:t>]=1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ik</a:t>
            </a:r>
            <a:r>
              <a:rPr lang="en-US" dirty="0"/>
              <a:t>=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jk</a:t>
            </a:r>
            <a:r>
              <a:rPr lang="en-US" dirty="0"/>
              <a:t>=j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ochki</a:t>
            </a:r>
            <a:r>
              <a:rPr lang="en-US" dirty="0"/>
              <a:t>&lt;</a:t>
            </a:r>
            <a:r>
              <a:rPr lang="en-US" dirty="0" err="1"/>
              <a:t>klad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text=</a:t>
            </a:r>
            <a:r>
              <a:rPr lang="en-US" dirty="0" err="1"/>
              <a:t>font.render</a:t>
            </a:r>
            <a:r>
              <a:rPr lang="en-US" dirty="0"/>
              <a:t>("</a:t>
            </a:r>
            <a:r>
              <a:rPr lang="ru-RU" dirty="0"/>
              <a:t>Вы не собрали призы",1, </a:t>
            </a:r>
            <a:r>
              <a:rPr lang="en-US" dirty="0"/>
              <a:t>THECOLORS ["blue"])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screen.blit</a:t>
            </a:r>
            <a:r>
              <a:rPr lang="en-US" dirty="0"/>
              <a:t>(text,[450,50])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drawlab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0883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drawlab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ik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j=</a:t>
            </a:r>
            <a:r>
              <a:rPr lang="en-US" dirty="0" err="1"/>
              <a:t>jk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running 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83558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pygame.KEYDOWN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analyskey</a:t>
            </a:r>
            <a:r>
              <a:rPr lang="en-US" dirty="0"/>
              <a:t>(</a:t>
            </a:r>
            <a:r>
              <a:rPr lang="en-US" dirty="0" err="1"/>
              <a:t>ik,jk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movelab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9494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pygame.USEREVENT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tim</a:t>
            </a:r>
            <a:r>
              <a:rPr lang="en-US" dirty="0"/>
              <a:t>=tim-1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pygame.draw.rect</a:t>
            </a:r>
            <a:r>
              <a:rPr lang="en-US" dirty="0"/>
              <a:t>(screen, [255,255,255], [650, 250, 100, 30], 0)</a:t>
            </a:r>
          </a:p>
          <a:p>
            <a:pPr marL="0" indent="0">
              <a:buNone/>
            </a:pPr>
            <a:r>
              <a:rPr lang="en-US" dirty="0"/>
              <a:t>            text=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tim</a:t>
            </a:r>
            <a:r>
              <a:rPr lang="en-US" dirty="0"/>
              <a:t>),0, 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screen.blit</a:t>
            </a:r>
            <a:r>
              <a:rPr lang="en-US" dirty="0"/>
              <a:t>(text,[650,250])</a:t>
            </a:r>
          </a:p>
        </p:txBody>
      </p:sp>
    </p:spTree>
    <p:extLst>
      <p:ext uri="{BB962C8B-B14F-4D97-AF65-F5344CB8AC3E}">
        <p14:creationId xmlns:p14="http://schemas.microsoft.com/office/powerpoint/2010/main" val="15354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Лабиринт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if </a:t>
            </a:r>
            <a:r>
              <a:rPr lang="en-US" dirty="0" err="1"/>
              <a:t>tim</a:t>
            </a:r>
            <a:r>
              <a:rPr lang="en-US" dirty="0"/>
              <a:t>==0:</a:t>
            </a:r>
          </a:p>
          <a:p>
            <a:pPr marL="0" indent="0">
              <a:buNone/>
            </a:pPr>
            <a:r>
              <a:rPr lang="en-US" dirty="0"/>
              <a:t>                text=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Ваше время истекло"</a:t>
            </a:r>
            <a:r>
              <a:rPr lang="ru-RU" dirty="0"/>
              <a:t>,1, </a:t>
            </a:r>
            <a:r>
              <a:rPr lang="en-US" dirty="0"/>
              <a:t>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screen.blit</a:t>
            </a:r>
            <a:r>
              <a:rPr lang="en-US" dirty="0"/>
              <a:t>(text,[450,50])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pygame.time.delay</a:t>
            </a:r>
            <a:r>
              <a:rPr lang="en-US" dirty="0"/>
              <a:t>(3000)</a:t>
            </a:r>
          </a:p>
          <a:p>
            <a:pPr marL="0" indent="0">
              <a:buNone/>
            </a:pPr>
            <a:r>
              <a:rPr lang="en-US" dirty="0"/>
              <a:t>                running=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pygame.quit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0696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678</Words>
  <Application>Microsoft Office PowerPoint</Application>
  <PresentationFormat>Широкоэкранный</PresentationFormat>
  <Paragraphs>165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Виды игровых программ 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  <vt:lpstr>Лабиринт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Виды игровых программ</dc:title>
  <dc:creator>Leonid</dc:creator>
  <cp:lastModifiedBy>Leonid</cp:lastModifiedBy>
  <cp:revision>8</cp:revision>
  <dcterms:created xsi:type="dcterms:W3CDTF">2019-11-04T05:16:15Z</dcterms:created>
  <dcterms:modified xsi:type="dcterms:W3CDTF">2020-01-30T04:45:17Z</dcterms:modified>
</cp:coreProperties>
</file>