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57" r:id="rId8"/>
    <p:sldId id="268" r:id="rId9"/>
    <p:sldId id="270" r:id="rId10"/>
    <p:sldId id="26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514" y="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51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7299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8979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701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0267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870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9706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1373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28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642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5890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99F6B-CC76-4C0C-A537-A7A673D2A6C7}" type="datetimeFigureOut">
              <a:rPr lang="ru-RU" smtClean="0"/>
              <a:pPr/>
              <a:t>19.03.2024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1B535-76CC-4F7D-8C6D-4A8B9C3F5A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6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74084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+mn-lt"/>
                <a:cs typeface="Times New Roman" panose="02020603050405020304" pitchFamily="18" charset="0"/>
              </a:rPr>
              <a:t>Сопровождение и обслуживание ПО компьютерных систем.</a:t>
            </a:r>
            <a:endParaRPr lang="ru-RU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0396" y="3016665"/>
            <a:ext cx="11371604" cy="3841335"/>
          </a:xfrm>
        </p:spPr>
        <p:txBody>
          <a:bodyPr>
            <a:normAutofit/>
          </a:bodyPr>
          <a:lstStyle/>
          <a:p>
            <a:pPr algn="l"/>
            <a:r>
              <a:rPr lang="ru-RU" sz="3200" dirty="0" smtClean="0"/>
              <a:t>Рабочие программы учебной практики</a:t>
            </a:r>
          </a:p>
          <a:p>
            <a:pPr algn="l"/>
            <a:r>
              <a:rPr lang="ru-RU" sz="3200" dirty="0">
                <a:cs typeface="Times New Roman" panose="02020603050405020304" pitchFamily="18" charset="0"/>
              </a:rPr>
              <a:t>Учебные </a:t>
            </a:r>
            <a:r>
              <a:rPr lang="ru-RU" sz="3200" dirty="0" smtClean="0">
                <a:cs typeface="Times New Roman" panose="02020603050405020304" pitchFamily="18" charset="0"/>
              </a:rPr>
              <a:t>материалы</a:t>
            </a:r>
            <a:endParaRPr lang="ru-RU" sz="3200" dirty="0" smtClean="0"/>
          </a:p>
          <a:p>
            <a:pPr algn="l"/>
            <a:r>
              <a:rPr lang="ru-RU" sz="3200" dirty="0" smtClean="0"/>
              <a:t>Лабораторные работы</a:t>
            </a:r>
          </a:p>
          <a:p>
            <a:pPr algn="l"/>
            <a:r>
              <a:rPr lang="ru-RU" sz="3200" dirty="0" smtClean="0"/>
              <a:t>Вопросы к контрольным неделям и сессии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xmlns="" val="132689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568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3622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7883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570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753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ТЕОРЕТИЧЕСКОЕ ЗАДАНИЕ №4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i="1" u="sng" dirty="0" smtClean="0"/>
              <a:t>Текст задания:</a:t>
            </a:r>
            <a:r>
              <a:rPr lang="ru-RU" dirty="0"/>
              <a:t> </a:t>
            </a:r>
            <a:r>
              <a:rPr lang="ru-RU" dirty="0" smtClean="0"/>
              <a:t>Рассказать про этапы создания интерфейса, какие виды интерфейса бывают? Пути взаимодействия пользователя с интерфейсом. Разработать собственный дизайн продукта в пункте 5.</a:t>
            </a:r>
            <a:endParaRPr lang="ru-RU" b="1" dirty="0" smtClean="0"/>
          </a:p>
          <a:p>
            <a:endParaRPr lang="ru-RU" dirty="0" smtClean="0"/>
          </a:p>
          <a:p>
            <a:r>
              <a:rPr lang="ru-RU" i="1" u="sng" dirty="0" smtClean="0"/>
              <a:t>Критерии оценивания:</a:t>
            </a:r>
            <a:endParaRPr lang="ru-RU" u="sng" dirty="0" smtClean="0"/>
          </a:p>
          <a:p>
            <a:r>
              <a:rPr lang="ru-RU" dirty="0" smtClean="0"/>
              <a:t>1) Этапы создания интерфейса (Исследование, проектирование и прототипирование, выбор стилистики и внешнего вида, финальный макет, анимации и эффекты, передача материалов разработчикам)</a:t>
            </a:r>
          </a:p>
          <a:p>
            <a:r>
              <a:rPr lang="ru-RU" dirty="0" smtClean="0"/>
              <a:t>Ссылка на подробное описание этапов ↓</a:t>
            </a:r>
          </a:p>
          <a:p>
            <a:endParaRPr lang="ru-RU" dirty="0" smtClean="0"/>
          </a:p>
          <a:p>
            <a:r>
              <a:rPr lang="ru-RU" dirty="0" smtClean="0"/>
              <a:t>2) Что такое </a:t>
            </a:r>
            <a:r>
              <a:rPr lang="en-US" dirty="0" smtClean="0"/>
              <a:t>UE </a:t>
            </a:r>
            <a:r>
              <a:rPr lang="ru-RU" dirty="0" smtClean="0"/>
              <a:t>и </a:t>
            </a:r>
            <a:r>
              <a:rPr lang="en-US" dirty="0" smtClean="0"/>
              <a:t>UI</a:t>
            </a:r>
            <a:r>
              <a:rPr lang="ru-RU" dirty="0" smtClean="0"/>
              <a:t>? Что включают в себя </a:t>
            </a:r>
            <a:r>
              <a:rPr lang="en-US" dirty="0" smtClean="0"/>
              <a:t>UE\UI</a:t>
            </a:r>
            <a:r>
              <a:rPr lang="ru-RU" dirty="0" smtClean="0"/>
              <a:t>? В чем их отличия и что разрабатывается в первую очередь?</a:t>
            </a:r>
          </a:p>
          <a:p>
            <a:r>
              <a:rPr lang="ru-RU" dirty="0" smtClean="0"/>
              <a:t>3) Что такое </a:t>
            </a:r>
            <a:r>
              <a:rPr lang="en-US" dirty="0"/>
              <a:t>User </a:t>
            </a:r>
            <a:r>
              <a:rPr lang="en-US" dirty="0" smtClean="0"/>
              <a:t>case\User </a:t>
            </a:r>
            <a:r>
              <a:rPr lang="en-US" dirty="0"/>
              <a:t>flow </a:t>
            </a:r>
            <a:r>
              <a:rPr lang="ru-RU" dirty="0" smtClean="0"/>
              <a:t>диаграммы?</a:t>
            </a:r>
          </a:p>
          <a:p>
            <a:r>
              <a:rPr lang="ru-RU" dirty="0"/>
              <a:t>4</a:t>
            </a:r>
            <a:r>
              <a:rPr lang="ru-RU" dirty="0" smtClean="0"/>
              <a:t>) Что такое </a:t>
            </a:r>
            <a:r>
              <a:rPr lang="en-US" dirty="0" smtClean="0"/>
              <a:t>Wireframes</a:t>
            </a:r>
            <a:r>
              <a:rPr lang="ru-RU" dirty="0" smtClean="0"/>
              <a:t>? На каком этапе создания интерфейса рисуют </a:t>
            </a:r>
            <a:r>
              <a:rPr lang="en-US" dirty="0" smtClean="0"/>
              <a:t>Wireframes</a:t>
            </a:r>
            <a:r>
              <a:rPr lang="ru-RU" dirty="0" smtClean="0"/>
              <a:t> и в чём его отличие от чернового интерфейса?</a:t>
            </a:r>
          </a:p>
          <a:p>
            <a:r>
              <a:rPr lang="ru-RU" dirty="0"/>
              <a:t>5</a:t>
            </a:r>
            <a:r>
              <a:rPr lang="ru-RU" dirty="0" smtClean="0"/>
              <a:t>) Необходимо взять какое-либо несуществующее ПО из любой сферы и поэтапно разработать к нему пользовательский интерфейс, а именно:</a:t>
            </a:r>
          </a:p>
          <a:p>
            <a:r>
              <a:rPr lang="ru-RU" dirty="0" smtClean="0"/>
              <a:t>5.1 Описать, для какого ПО создается интерфейс и какие требования к нему есть у заказчика, расписать этапы реализации  вашего ПО.</a:t>
            </a:r>
          </a:p>
          <a:p>
            <a:r>
              <a:rPr lang="ru-RU" dirty="0" smtClean="0"/>
              <a:t>5.2 Создать пользовательскую диаграмму</a:t>
            </a:r>
            <a:r>
              <a:rPr lang="en-US" dirty="0" smtClean="0"/>
              <a:t> </a:t>
            </a:r>
            <a:r>
              <a:rPr lang="ru-RU" dirty="0" smtClean="0"/>
              <a:t>к вашему ПО. (</a:t>
            </a:r>
            <a:r>
              <a:rPr lang="en-US" dirty="0" smtClean="0"/>
              <a:t>Visio) (use case </a:t>
            </a:r>
            <a:r>
              <a:rPr lang="ru-RU" dirty="0" smtClean="0"/>
              <a:t>диаграмма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ru-RU" dirty="0" smtClean="0"/>
              <a:t>5.3 Сделать </a:t>
            </a:r>
            <a:r>
              <a:rPr lang="en-US" dirty="0" smtClean="0"/>
              <a:t>Wireframes </a:t>
            </a:r>
            <a:r>
              <a:rPr lang="ru-RU" dirty="0" smtClean="0"/>
              <a:t>каждой страницы вашего приложения.</a:t>
            </a:r>
          </a:p>
          <a:p>
            <a:r>
              <a:rPr lang="ru-RU" dirty="0" smtClean="0"/>
              <a:t>5.4 Нарисовать конечный этап интерфейса, с переходами и анимациями, сделать это легче всего в </a:t>
            </a:r>
            <a:r>
              <a:rPr lang="en-US" dirty="0" smtClean="0"/>
              <a:t>Figma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62116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Работу выполнить в </a:t>
            </a:r>
            <a:r>
              <a:rPr lang="ru-RU" dirty="0" err="1"/>
              <a:t>ворде</a:t>
            </a:r>
            <a:r>
              <a:rPr lang="ru-RU" dirty="0"/>
              <a:t> или где вам удобно, скинуть в КОРЕНЬ ПАПКИ с этой презентацией.</a:t>
            </a:r>
          </a:p>
          <a:p>
            <a:endParaRPr lang="ru-RU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0" y="2196269"/>
            <a:ext cx="1071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https://sibdev.pro/blog/articles/etapy-razrabotki-polzovatelskogo-interfejsa?ysclid=ltx2i101e3155520016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9226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13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d2slcw3kip6qmk.cloudfront.net/marketing/blog/2017Q4/quip-announcement/user-journey-flow-templat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6522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uxe-host.ru/wp-content/uploads/f/b/5/fb5b62bfa7143b751d1ba4b928b79fa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305405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45</Words>
  <Application>Microsoft Office PowerPoint</Application>
  <PresentationFormat>Произвольный</PresentationFormat>
  <Paragraphs>21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Сопровождение и обслуживание ПО компьютерных систем.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Сопровождение и обслуживание ПО компьютерных систем.</dc:title>
  <dc:creator>Lentz .</dc:creator>
  <cp:lastModifiedBy>BorodinaAV</cp:lastModifiedBy>
  <cp:revision>39</cp:revision>
  <dcterms:created xsi:type="dcterms:W3CDTF">2024-01-27T06:28:38Z</dcterms:created>
  <dcterms:modified xsi:type="dcterms:W3CDTF">2024-03-19T05:09:59Z</dcterms:modified>
</cp:coreProperties>
</file>