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57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-82" y="-1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13.02.2024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0514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13.02.2024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372990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13.02.2024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989792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13.02.2024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67018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13.02.2024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70267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13.02.2024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387016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13.02.2024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697062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13.02.2024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213730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13.02.2024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528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13.02.2024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264258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13.02.2024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558901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899F6B-CC76-4C0C-A537-A7A673D2A6C7}" type="datetimeFigureOut">
              <a:rPr lang="ru-RU" smtClean="0"/>
              <a:pPr/>
              <a:t>13.02.2024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04619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2374084"/>
          </a:xfrm>
        </p:spPr>
        <p:txBody>
          <a:bodyPr>
            <a:normAutofit/>
          </a:bodyPr>
          <a:lstStyle/>
          <a:p>
            <a:r>
              <a:rPr lang="ru-RU" dirty="0" smtClean="0">
                <a:latin typeface="+mn-lt"/>
                <a:cs typeface="Times New Roman" panose="02020603050405020304" pitchFamily="18" charset="0"/>
              </a:rPr>
              <a:t>Сопровождение и обслуживание ПО компьютерных систем.</a:t>
            </a:r>
            <a:endParaRPr lang="ru-RU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20396" y="3016665"/>
            <a:ext cx="11371604" cy="3841335"/>
          </a:xfrm>
        </p:spPr>
        <p:txBody>
          <a:bodyPr>
            <a:normAutofit/>
          </a:bodyPr>
          <a:lstStyle/>
          <a:p>
            <a:pPr algn="l"/>
            <a:r>
              <a:rPr lang="ru-RU" sz="3200" dirty="0" smtClean="0"/>
              <a:t>Рабочие программы учебной практики</a:t>
            </a:r>
          </a:p>
          <a:p>
            <a:pPr algn="l"/>
            <a:r>
              <a:rPr lang="ru-RU" sz="3200" dirty="0">
                <a:cs typeface="Times New Roman" panose="02020603050405020304" pitchFamily="18" charset="0"/>
              </a:rPr>
              <a:t>Учебные </a:t>
            </a:r>
            <a:r>
              <a:rPr lang="ru-RU" sz="3200" dirty="0" smtClean="0">
                <a:cs typeface="Times New Roman" panose="02020603050405020304" pitchFamily="18" charset="0"/>
              </a:rPr>
              <a:t>материалы</a:t>
            </a:r>
            <a:endParaRPr lang="ru-RU" sz="3200" dirty="0" smtClean="0"/>
          </a:p>
          <a:p>
            <a:pPr algn="l"/>
            <a:r>
              <a:rPr lang="ru-RU" sz="3200" dirty="0" smtClean="0"/>
              <a:t>Лабораторные работы</a:t>
            </a:r>
          </a:p>
          <a:p>
            <a:pPr algn="l"/>
            <a:r>
              <a:rPr lang="ru-RU" sz="3200" dirty="0" smtClean="0"/>
              <a:t>Вопросы к контрольным неделям и сессии</a:t>
            </a:r>
            <a:endParaRPr lang="ru-RU" sz="3200" dirty="0"/>
          </a:p>
        </p:txBody>
      </p:sp>
    </p:spTree>
    <p:extLst>
      <p:ext uri="{BB962C8B-B14F-4D97-AF65-F5344CB8AC3E}">
        <p14:creationId xmlns="" xmlns:p14="http://schemas.microsoft.com/office/powerpoint/2010/main" val="1326891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975689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236223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078835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185701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947532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ТЕОРЕТИЧЕСКОЕ ЗАДАНИЕ №1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i="1" u="sng" dirty="0" smtClean="0"/>
              <a:t>Текст задания:</a:t>
            </a:r>
            <a:r>
              <a:rPr lang="ru-RU" dirty="0"/>
              <a:t> </a:t>
            </a:r>
            <a:r>
              <a:rPr lang="ru-RU" dirty="0" smtClean="0"/>
              <a:t>Сформулировать </a:t>
            </a:r>
            <a:r>
              <a:rPr lang="ru-RU" b="1" dirty="0" smtClean="0"/>
              <a:t>типы ПО </a:t>
            </a:r>
            <a:r>
              <a:rPr lang="ru-RU" dirty="0" smtClean="0"/>
              <a:t>и анализа функционирования программного обеспечения. </a:t>
            </a:r>
            <a:r>
              <a:rPr lang="ru-RU" b="1" dirty="0" smtClean="0"/>
              <a:t>Что такое жизненный цикл программного обеспечения (ЖЦПО)?</a:t>
            </a:r>
          </a:p>
          <a:p>
            <a:endParaRPr lang="ru-RU" dirty="0" smtClean="0"/>
          </a:p>
          <a:p>
            <a:r>
              <a:rPr lang="ru-RU" i="1" u="sng" dirty="0" smtClean="0"/>
              <a:t>Критерии оценивания:</a:t>
            </a:r>
            <a:r>
              <a:rPr lang="ru-RU" u="sng" dirty="0"/>
              <a:t> </a:t>
            </a:r>
            <a:r>
              <a:rPr lang="ru-RU" u="sng" dirty="0" smtClean="0"/>
              <a:t/>
            </a:r>
            <a:br>
              <a:rPr lang="ru-RU" u="sng" dirty="0" smtClean="0"/>
            </a:br>
            <a:r>
              <a:rPr lang="ru-RU" dirty="0" smtClean="0"/>
              <a:t>- Представлена типология программного обеспечения (системное, прикладное, смешанное, производственное и инструментальное, и примеры программ к каждому типу). Операционные системы которые их поддерживают; </a:t>
            </a:r>
            <a:br>
              <a:rPr lang="ru-RU" dirty="0" smtClean="0"/>
            </a:br>
            <a:r>
              <a:rPr lang="ru-RU" dirty="0" smtClean="0"/>
              <a:t>- Представлены инструментарии (программы с помощью которых создаются другие программы) создания ПО, назначения и роль каждого инструментария;</a:t>
            </a:r>
            <a:br>
              <a:rPr lang="ru-RU" dirty="0" smtClean="0"/>
            </a:br>
            <a:r>
              <a:rPr lang="ru-RU" dirty="0" smtClean="0"/>
              <a:t>- Сформулированы этапы и последовательность разработки программ, понятие приложения и ЖЦПО; </a:t>
            </a:r>
          </a:p>
          <a:p>
            <a:pPr>
              <a:buFontTx/>
              <a:buChar char="-"/>
            </a:pPr>
            <a:r>
              <a:rPr lang="ru-RU" dirty="0" smtClean="0"/>
              <a:t>Представлен </a:t>
            </a:r>
            <a:r>
              <a:rPr lang="ru-RU" dirty="0" smtClean="0"/>
              <a:t>пример жизненного цикла ПО, выбранного вами в пункте 2</a:t>
            </a:r>
            <a:r>
              <a:rPr lang="ru-RU" dirty="0" smtClean="0"/>
              <a:t>.</a:t>
            </a:r>
            <a:endParaRPr lang="en-US" dirty="0" smtClean="0"/>
          </a:p>
          <a:p>
            <a:pPr>
              <a:buFontTx/>
              <a:buChar char="-"/>
            </a:pP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59226087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25</Words>
  <Application>Microsoft Office PowerPoint</Application>
  <PresentationFormat>Произвольный</PresentationFormat>
  <Paragraphs>9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Сопровождение и обслуживание ПО компьютерных систем.</vt:lpstr>
      <vt:lpstr>Слайд 2</vt:lpstr>
      <vt:lpstr>Слайд 3</vt:lpstr>
      <vt:lpstr>Слайд 4</vt:lpstr>
      <vt:lpstr>Слайд 5</vt:lpstr>
      <vt:lpstr>Слайд 6</vt:lpstr>
      <vt:lpstr>Слайд 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Сопровождение и обслуживание ПО компьютерных систем.</dc:title>
  <dc:creator>Lentz .</dc:creator>
  <cp:lastModifiedBy>miroshnichenkooa</cp:lastModifiedBy>
  <cp:revision>27</cp:revision>
  <dcterms:created xsi:type="dcterms:W3CDTF">2024-01-27T06:28:38Z</dcterms:created>
  <dcterms:modified xsi:type="dcterms:W3CDTF">2024-02-13T02:44:26Z</dcterms:modified>
</cp:coreProperties>
</file>