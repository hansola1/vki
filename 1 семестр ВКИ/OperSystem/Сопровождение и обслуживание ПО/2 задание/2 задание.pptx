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57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-278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09.02.2024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514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09.02.2024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72990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09.02.2024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8979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09.02.2024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7018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09.02.2024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0267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09.02.2024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8701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09.02.2024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9706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09.02.2024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1373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09.02.2024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28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09.02.2024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64258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09.02.2024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58901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99F6B-CC76-4C0C-A537-A7A673D2A6C7}" type="datetimeFigureOut">
              <a:rPr lang="ru-RU" smtClean="0"/>
              <a:pPr/>
              <a:t>09.02.2024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461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374084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+mn-lt"/>
                <a:cs typeface="Times New Roman" panose="02020603050405020304" pitchFamily="18" charset="0"/>
              </a:rPr>
              <a:t>Сопровождение и обслуживание ПО компьютерных систем.</a:t>
            </a:r>
            <a:endParaRPr lang="ru-RU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20396" y="3016665"/>
            <a:ext cx="11371604" cy="3841335"/>
          </a:xfrm>
        </p:spPr>
        <p:txBody>
          <a:bodyPr>
            <a:normAutofit/>
          </a:bodyPr>
          <a:lstStyle/>
          <a:p>
            <a:pPr algn="l"/>
            <a:r>
              <a:rPr lang="ru-RU" sz="3200" dirty="0" smtClean="0"/>
              <a:t>Рабочие программы учебной практики</a:t>
            </a:r>
          </a:p>
          <a:p>
            <a:pPr algn="l"/>
            <a:r>
              <a:rPr lang="ru-RU" sz="3200" dirty="0">
                <a:cs typeface="Times New Roman" panose="02020603050405020304" pitchFamily="18" charset="0"/>
              </a:rPr>
              <a:t>Учебные </a:t>
            </a:r>
            <a:r>
              <a:rPr lang="ru-RU" sz="3200" dirty="0" smtClean="0">
                <a:cs typeface="Times New Roman" panose="02020603050405020304" pitchFamily="18" charset="0"/>
              </a:rPr>
              <a:t>материалы</a:t>
            </a:r>
            <a:endParaRPr lang="ru-RU" sz="3200" dirty="0" smtClean="0"/>
          </a:p>
          <a:p>
            <a:pPr algn="l"/>
            <a:r>
              <a:rPr lang="ru-RU" sz="3200" dirty="0" smtClean="0"/>
              <a:t>Лабораторные работы</a:t>
            </a:r>
          </a:p>
          <a:p>
            <a:pPr algn="l"/>
            <a:r>
              <a:rPr lang="ru-RU" sz="3200" dirty="0" smtClean="0"/>
              <a:t>Вопросы к контрольным неделям и сессии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xmlns="" val="132689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75689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36223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78835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85701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47532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930339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ТЕОРЕТИЧЕСКОЕ ЗАДАНИЕ №2 </a:t>
            </a:r>
          </a:p>
          <a:p>
            <a:r>
              <a:rPr lang="ru-RU" i="1" u="sng" dirty="0" smtClean="0"/>
              <a:t>Текст задания:</a:t>
            </a:r>
            <a:r>
              <a:rPr lang="ru-RU" i="1" dirty="0" smtClean="0"/>
              <a:t> </a:t>
            </a:r>
            <a:r>
              <a:rPr lang="ru-RU" dirty="0" smtClean="0"/>
              <a:t>Представить основные задачи, цели и этапы </a:t>
            </a:r>
            <a:r>
              <a:rPr lang="ru-RU" b="1" dirty="0" smtClean="0"/>
              <a:t>внедрения</a:t>
            </a:r>
            <a:r>
              <a:rPr lang="ru-RU" dirty="0" smtClean="0"/>
              <a:t> программного обеспечения компьютерных систем.</a:t>
            </a:r>
          </a:p>
          <a:p>
            <a:endParaRPr lang="ru-RU" dirty="0" smtClean="0"/>
          </a:p>
          <a:p>
            <a:r>
              <a:rPr lang="ru-RU" i="1" u="sng" dirty="0" smtClean="0"/>
              <a:t>Критерии оценивания: </a:t>
            </a:r>
          </a:p>
          <a:p>
            <a:r>
              <a:rPr lang="ru-RU" dirty="0" smtClean="0"/>
              <a:t>- Сформулированы основные понятия, цели и задачи внедрения;</a:t>
            </a:r>
          </a:p>
          <a:p>
            <a:r>
              <a:rPr lang="ru-RU" dirty="0" smtClean="0"/>
              <a:t>- Представлены и пояснены все 6 этапов внедрения: обследование, разработка технического задания, настройка системы (программного продукта), тестирование системы, опытная эксплуатация, промышленная эксплуатация. </a:t>
            </a:r>
          </a:p>
          <a:p>
            <a:r>
              <a:rPr lang="ru-RU" dirty="0" smtClean="0"/>
              <a:t>- Представить процесс </a:t>
            </a:r>
            <a:r>
              <a:rPr lang="ru-RU" dirty="0" smtClean="0"/>
              <a:t>внедрения на всех 6 этапах выбранного вами </a:t>
            </a:r>
            <a:r>
              <a:rPr lang="ru-RU" dirty="0" smtClean="0"/>
              <a:t>ПО в какой либо сфере, лучше в производственной.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pPr marL="285750" indent="-285750">
              <a:buFontTx/>
              <a:buChar char="-"/>
            </a:pPr>
            <a:endParaRPr lang="ru-RU" dirty="0" smtClean="0"/>
          </a:p>
          <a:p>
            <a:pPr marL="285750" indent="-285750">
              <a:buFontTx/>
              <a:buChar char="-"/>
            </a:pPr>
            <a:endParaRPr lang="ru-RU" dirty="0"/>
          </a:p>
          <a:p>
            <a:pPr marL="285750" indent="-285750">
              <a:buFontTx/>
              <a:buChar char="-"/>
            </a:pPr>
            <a:endParaRPr lang="ru-RU" dirty="0" smtClean="0"/>
          </a:p>
          <a:p>
            <a:pPr marL="285750" indent="-285750">
              <a:buFontTx/>
              <a:buChar char="-"/>
            </a:pPr>
            <a:endParaRPr lang="ru-RU" dirty="0"/>
          </a:p>
          <a:p>
            <a:pPr marL="285750" indent="-285750">
              <a:buFontTx/>
              <a:buChar char="-"/>
            </a:pPr>
            <a:endParaRPr lang="ru-RU" dirty="0" smtClean="0"/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dirty="0" smtClean="0"/>
              <a:t>Работу выполнить в </a:t>
            </a:r>
            <a:r>
              <a:rPr lang="ru-RU" dirty="0" err="1" smtClean="0"/>
              <a:t>ворде</a:t>
            </a:r>
            <a:r>
              <a:rPr lang="ru-RU" dirty="0" smtClean="0"/>
              <a:t> или где вам удобно, скинуть </a:t>
            </a:r>
            <a:r>
              <a:rPr lang="ru-RU" dirty="0" smtClean="0"/>
              <a:t>в КОРЕНЬ ПАПКИ </a:t>
            </a:r>
            <a:r>
              <a:rPr lang="ru-RU" dirty="0" smtClean="0"/>
              <a:t>с этой </a:t>
            </a:r>
            <a:r>
              <a:rPr lang="ru-RU" dirty="0" smtClean="0"/>
              <a:t>презентацией, а НЕ в папку вашей группы.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xmlns="" val="25922608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128</Words>
  <Application>Microsoft Office PowerPoint</Application>
  <PresentationFormat>Произвольный</PresentationFormat>
  <Paragraphs>20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Сопровождение и обслуживание ПО компьютерных систем.</vt:lpstr>
      <vt:lpstr>Слайд 2</vt:lpstr>
      <vt:lpstr>Слайд 3</vt:lpstr>
      <vt:lpstr>Слайд 4</vt:lpstr>
      <vt:lpstr>Слайд 5</vt:lpstr>
      <vt:lpstr>Слайд 6</vt:lpstr>
      <vt:lpstr>Слайд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Сопровождение и обслуживание ПО компьютерных систем.</dc:title>
  <dc:creator>Lentz .</dc:creator>
  <cp:lastModifiedBy>Lenskiydl</cp:lastModifiedBy>
  <cp:revision>19</cp:revision>
  <dcterms:created xsi:type="dcterms:W3CDTF">2024-01-27T06:28:38Z</dcterms:created>
  <dcterms:modified xsi:type="dcterms:W3CDTF">2024-02-09T02:46:22Z</dcterms:modified>
</cp:coreProperties>
</file>