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57" r:id="rId8"/>
    <p:sldId id="268" r:id="rId9"/>
    <p:sldId id="270" r:id="rId10"/>
    <p:sldId id="27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-278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514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72990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8979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7018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0267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8701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9706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1373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28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64258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58901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99F6B-CC76-4C0C-A537-A7A673D2A6C7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461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374084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+mn-lt"/>
                <a:cs typeface="Times New Roman" panose="02020603050405020304" pitchFamily="18" charset="0"/>
              </a:rPr>
              <a:t>Сопровождение и обслуживание ПО компьютерных систем.</a:t>
            </a:r>
            <a:endParaRPr lang="ru-RU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20396" y="3016665"/>
            <a:ext cx="11371604" cy="3841335"/>
          </a:xfrm>
        </p:spPr>
        <p:txBody>
          <a:bodyPr>
            <a:normAutofit/>
          </a:bodyPr>
          <a:lstStyle/>
          <a:p>
            <a:pPr algn="l"/>
            <a:r>
              <a:rPr lang="ru-RU" sz="3200" dirty="0" smtClean="0"/>
              <a:t>Рабочие программы учебной практики</a:t>
            </a:r>
          </a:p>
          <a:p>
            <a:pPr algn="l"/>
            <a:r>
              <a:rPr lang="ru-RU" sz="3200" dirty="0">
                <a:cs typeface="Times New Roman" panose="02020603050405020304" pitchFamily="18" charset="0"/>
              </a:rPr>
              <a:t>Учебные </a:t>
            </a:r>
            <a:r>
              <a:rPr lang="ru-RU" sz="3200" dirty="0" smtClean="0">
                <a:cs typeface="Times New Roman" panose="02020603050405020304" pitchFamily="18" charset="0"/>
              </a:rPr>
              <a:t>материалы</a:t>
            </a:r>
            <a:endParaRPr lang="ru-RU" sz="3200" dirty="0" smtClean="0"/>
          </a:p>
          <a:p>
            <a:pPr algn="l"/>
            <a:r>
              <a:rPr lang="ru-RU" sz="3200" dirty="0" smtClean="0"/>
              <a:t>Лабораторные работы</a:t>
            </a:r>
          </a:p>
          <a:p>
            <a:pPr algn="l"/>
            <a:r>
              <a:rPr lang="ru-RU" sz="3200" dirty="0" smtClean="0"/>
              <a:t>Вопросы к контрольным неделям и сессии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xmlns="" val="132689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75689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36223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78835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85701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47532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57184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00"/>
                </a:solidFill>
                <a:latin typeface="Calibri" panose="020F0502020204030204" pitchFamily="34" charset="0"/>
              </a:rPr>
              <a:t>ТЕОРЕТИЧЕСКОЕ ЗАДАНИЕ №3</a:t>
            </a:r>
            <a:endParaRPr lang="ru-RU" dirty="0"/>
          </a:p>
          <a:p>
            <a:r>
              <a:rPr lang="ru-RU" i="1" u="sng" dirty="0">
                <a:solidFill>
                  <a:srgbClr val="000000"/>
                </a:solidFill>
                <a:latin typeface="Calibri" panose="020F0502020204030204" pitchFamily="34" charset="0"/>
              </a:rPr>
              <a:t>Текст задания:</a:t>
            </a:r>
            <a:r>
              <a:rPr lang="ru-RU" i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Представить основные понятия начального этапа разработки ПО, то есть </a:t>
            </a:r>
            <a:r>
              <a:rPr lang="ru-RU" b="1" dirty="0">
                <a:solidFill>
                  <a:srgbClr val="000000"/>
                </a:solidFill>
                <a:latin typeface="Calibri" panose="020F0502020204030204" pitchFamily="34" charset="0"/>
              </a:rPr>
              <a:t>анализа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 и создания </a:t>
            </a:r>
            <a:r>
              <a:rPr lang="ru-RU" b="1" dirty="0">
                <a:solidFill>
                  <a:srgbClr val="000000"/>
                </a:solidFill>
                <a:latin typeface="Calibri" panose="020F0502020204030204" pitchFamily="34" charset="0"/>
              </a:rPr>
              <a:t>Технического Задания</a:t>
            </a:r>
            <a:r>
              <a:rPr lang="ru-RU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</a:rPr>
              <a:t>Для пунктов 1 и 4 нужно выбрать ПО, на примере которого будет сделано задание.</a:t>
            </a:r>
            <a:endParaRPr lang="ru-RU" b="1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ru-RU" dirty="0"/>
          </a:p>
          <a:p>
            <a:r>
              <a:rPr lang="ru-RU" i="1" u="sng" dirty="0">
                <a:solidFill>
                  <a:srgbClr val="000000"/>
                </a:solidFill>
                <a:latin typeface="Calibri" panose="020F0502020204030204" pitchFamily="34" charset="0"/>
              </a:rPr>
              <a:t>Критерии оценивания: </a:t>
            </a:r>
            <a:endParaRPr lang="ru-RU" i="1" u="sng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</a:rPr>
              <a:t>- Что происходит на этапе анализа жизненного цикла 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</a:rPr>
              <a:t>программного обеспечения? Выбрать любую программу и составить анализ для нее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endParaRPr lang="ru-RU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ru-RU" dirty="0"/>
              <a:t>- </a:t>
            </a:r>
            <a:r>
              <a:rPr lang="ru-RU" dirty="0" smtClean="0"/>
              <a:t>Дан ответ на вопрос «Кто и для чего составляет Техническое Задание?» и озвучены ключевые термины.</a:t>
            </a:r>
          </a:p>
          <a:p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</a:rPr>
              <a:t>- Сформулированы основные этапы Технического задания; </a:t>
            </a:r>
          </a:p>
          <a:p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</a:rPr>
              <a:t>- Попытаться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составить ёмкое и обдуманное 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</a:rPr>
              <a:t>Техническое задание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Calibri" panose="020F0502020204030204" pitchFamily="34" charset="0"/>
              </a:rPr>
              <a:t>программного средства, выбранного вами в начале</a:t>
            </a: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</a:rPr>
              <a:t>;</a:t>
            </a:r>
            <a:endParaRPr lang="ru-RU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ru-RU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endParaRPr lang="ru-RU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ru-RU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ru-RU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ru-RU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ru-RU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ru-RU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ru-RU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ru-RU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ru-RU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ru-RU" dirty="0" smtClean="0"/>
              <a:t>Работу </a:t>
            </a:r>
            <a:r>
              <a:rPr lang="ru-RU" dirty="0"/>
              <a:t>выполнить в </a:t>
            </a:r>
            <a:r>
              <a:rPr lang="ru-RU" dirty="0" err="1"/>
              <a:t>ворде</a:t>
            </a:r>
            <a:r>
              <a:rPr lang="ru-RU" dirty="0"/>
              <a:t> или где вам удобно, скинуть в КОРЕНЬ ПАПКИ с этой презентацией.</a:t>
            </a:r>
          </a:p>
          <a:p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92260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Сопровождение и обслуживание ПО компьютерных систем\Техническое задание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592260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1999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592260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:\Ленский учебные матриалы\Структура пояснительной записки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5922608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142</Words>
  <Application>Microsoft Office PowerPoint</Application>
  <PresentationFormat>Произвольный</PresentationFormat>
  <Paragraphs>24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Сопровождение и обслуживание ПО компьютерных систем.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Сопровождение и обслуживание ПО компьютерных систем.</dc:title>
  <dc:creator>Lentz .</dc:creator>
  <cp:lastModifiedBy>Lenskiydl</cp:lastModifiedBy>
  <cp:revision>64</cp:revision>
  <dcterms:created xsi:type="dcterms:W3CDTF">2024-01-27T06:28:38Z</dcterms:created>
  <dcterms:modified xsi:type="dcterms:W3CDTF">2024-02-20T02:19:32Z</dcterms:modified>
</cp:coreProperties>
</file>