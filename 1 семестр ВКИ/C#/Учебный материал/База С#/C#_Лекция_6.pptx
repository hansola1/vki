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45DBF-1895-4DFC-8C50-81ED4E51A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A7D5C0-E22D-4725-B38D-BC9F235D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7EF94-5313-43BC-8484-82C70F1D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26032-37A2-4C99-AF48-A28395D0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F98E9-5882-4A40-921D-2C3AA542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99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24FE0-2636-4487-9C9F-A19529F9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9F1A23-3C2B-4282-BF59-5A030EE6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0FA89-0712-4E10-A526-DFE9ED46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5A534-FC74-452D-964E-954B1C40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19CA2F-0D13-4230-89C8-DE821C4E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3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D9688-67B7-4557-AEE8-112EE0E5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B275E-05C3-4066-A34D-C38437364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9D95EC-A1BC-4307-8215-699F9395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02C55-768E-4E25-BDC2-589024CC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B79434-3E7B-44AD-968F-546EB8DE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22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49D-7DF3-4098-8E13-A7D881AC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37E892-07EE-40EB-ACA2-9B348DFE9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86898-980A-4FFC-A45C-BD4735528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9DE649-78BD-4BE9-8103-E4009C9D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6BDEB0-980A-4123-A49D-87AE5A1F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0EF272-6C7F-407F-BDB0-DC4951A8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38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BD1DD-971B-4124-AA59-BFD52BD0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4B5F39-F8B2-4519-83A3-97DC3E9F5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A9F431-9069-4342-BE9E-41AB5D669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D437D4-D273-4A0A-A6D1-353BA0419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967507-04DF-470B-A317-6B8934EB4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8E7FC7-91AE-4ADE-A03D-AE5D7FB1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D4E239-1E0F-4129-A3F1-B1DDC0C7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9477C-80E6-45EB-8243-E7EFCAA2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06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37837-3099-4865-9E23-D61336E9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A53EDC-C575-4213-AFC9-4C61DBC1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7D77D3-BE31-4457-9D9F-F69C5A86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283A1E-BB10-439B-931F-547D27FA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764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85AC25-3762-45C9-B996-3DB17273F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E4C7A2F-98BA-4F5C-8559-923DDF8E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F6DF9F-9328-4E48-8DE0-3CD2A0B7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68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E8D2D-2523-42D3-B81E-7DDF782B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54E46-2B7A-456C-880A-543BA4318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8C828-4DC7-428F-848B-FCF7B90BD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00BFE2-7214-4BC5-9258-1947A0A7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F000E8-7EE2-4751-96E3-7D033889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A232C5-5CFB-4C91-A988-185B7C7F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12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17D4B-6777-452D-B419-2E075FA7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BEED5A-0D84-4A40-A735-E94BCAD1D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CD7987-94AF-4BCA-9657-89E087ECC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77A226-182F-489E-ACD3-A634F297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C274A0-7A80-46DF-9DB9-E13847B6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66BB90-A545-47FE-A481-0C048745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3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EDD45-B56F-49E2-8368-E91F2AAC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0647F2-9CB9-473D-BDA4-B0E3DCFC0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0AEBC9-61FC-40E3-B78B-DE545957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E90C-90F6-4A68-8F05-718BF405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99ED7-AC3A-4C4F-B717-3C827BC7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98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AB1A59-4D40-498B-A2CB-45D76328C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529C0-956B-4F68-868D-DEA4553EB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13FD26-9BF2-4F9A-9434-14FC70F5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F46A09-9470-499A-9B05-B6C3E6F4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1C9CE-D6C9-4224-A267-116E9E7C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199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1157B-41A8-414B-97B0-FA1563B8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BC8E60-286F-441C-96D0-BC00FC689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5D408-6F6D-4D51-9B17-3BEAFB4BE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4333D-B45E-45CD-9578-20B3642B268A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085685-03DF-4049-858D-FF84DFFC0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299453-77C9-4A44-A671-A257DC80F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62AE7-A277-4398-8EA2-EC7E531993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18027-3815-4B44-BFBC-EFD7CFE9A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82CCC0-A103-4CF2-988E-D63CF060C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4000" dirty="0">
                <a:solidFill>
                  <a:srgbClr val="00B050"/>
                </a:solidFill>
              </a:rPr>
              <a:t>на языке </a:t>
            </a:r>
            <a:r>
              <a:rPr lang="en-US" sz="4000" dirty="0">
                <a:solidFill>
                  <a:srgbClr val="00B050"/>
                </a:solidFill>
              </a:rPr>
              <a:t>C#</a:t>
            </a:r>
          </a:p>
          <a:p>
            <a:r>
              <a:rPr lang="ru-RU" sz="4000" dirty="0">
                <a:solidFill>
                  <a:srgbClr val="00B050"/>
                </a:solidFill>
              </a:rPr>
              <a:t>Лекция 6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35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мы объявляем переменную базового типа (например, целочисленную), то в памяти под эту переменную выделяется место. Объем выделяемой памяти зависит от типа переменной. В эту область памяти записывается значение переменной, и в случае необходимости оно оттуда считывается. Когда мы выполняем операции по изменению значения переменной, новое значение заносится в выделенную под переменную область памяти. У этой области памяти есть адрес. Но обычно он нас мало интересует. Мы обращаемся к переменной по имени. Этого вполне достаточно, чтобы присвоить значение переменной, а также изменить или прочитать значение переменной. Другими словами, мы получаем доступ к области памяти не напрямую, а через имя переменной. Вместе с тем в языке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существует механизм, позволяющий обращаться к памяти напрямую, минуя переменную, под которую эта память выделена. Делается это с помощью указателей.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99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 идея состоит в том, чтобы узнать (получить) адрес, по которому записана переменная, и затем обращаться к соответствующей области памяти не через имя переменной, а по адресу области памяти. Адрес переменной записывается как значение в другую переменную, которая называется указателем. Таким образом, указатель – это переменная, значением которой является адрес другой переменной.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93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Объявление указателя происходит следующим образом. Указывается идентификатор типа, соответствующий типу переменной, адрес которой может быть записан в указатель, и символ звездочка *. После этой конструкции указывается имя указателя. Например, если мы хотим объявить указатель на целочисленное значение, то можем использовать следующую инструкцию: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случае объявляется указатель, которому в качестве значений можно присваивать адреса переменных типа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Корректными являются также объявления: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16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Итак, мы выяснили, как указатель объявляется. Далее: есть две базовых операции, с которых мы начнем наше знакомство с использованием указателей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Получение адреса переменной.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Получение доступа к значению, записанному по этому адресу.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3133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получения адреса переменной используют инструкцию &amp; (амперсанд). Если ее указать перед именем переменной, то значением такого выражения будет адрес области памяти, в которую записано значение переменной. Например, имеется целочисленная переменная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типа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указатель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значение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объявленные следующим образом.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en-US" sz="1800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n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//Переменная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 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//Указатель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Тогда значением выражения &amp;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адрес переменной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Поскольку и переменная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 указатель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объявлены с идентификатором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адрес переменной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может быть присвоен указателю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Корректной является следующая команда:</a:t>
            </a: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=&amp;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4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Обратная операция к получению адреса переменной – получение доступа к значению, записанному по адресу. Для этого перед указателем, содержащим соответствующий адрес, нужно указать звездочку * (получается выражение вида *указатель). Скажем, выражение *р – это значение, записанное по адресу, содержащемуся в указателе. Причем с помощью выражения вида *указатель можно не только прочитать значение, записанное по адресу, но и записать по этому адресу новое значение. В частности, мы могли бы воспользоваться следующими командами: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=123;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WriteLine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(*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515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Первой из представленных команд по адресу из указателя р записывается целочисленное значение 123. Если значение указателю р присваивается командой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=&amp;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речь фактически идет о переменной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То есть командой *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=123 значение присваивается переменной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 выполнении команды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WriteLine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(*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32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консольном окне отображается значение, записанное по адресу из указателя 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70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 тем, как рассмотреть пример, отметим некоторые особенности способа реализации программ, в которых используются указатели.</a:t>
            </a:r>
          </a:p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мы увидим далее, получив доступ к области, мы автоматически получаем доступ к соседним ячейкам. Формально это означает, что мы получаем возможность выполнять операции с памятью напрямую. Такие операции считаются небезопасными, поскольку исполнительная система, под управлением которой выполняются программы, не может проконтролировать безопасность выполнения этих операций. Поэтому соответствующий код считается небезопасным.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01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языке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небезопасный код выделяется в отдельные блоки, которые помечаются ключевым словом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unsafe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Например, если в главном методе программ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используются указатели, то его следует описать с ключевым словом 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unsafe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Кроме того, следует изменить настройки приложения, разрешив использование небезопасного кода. Для этого нужно войти в пункт меню Проект, выбрать Свойства и в разделе Сборка установить флажок Разрешить небезопасный код.</a:t>
            </a:r>
          </a:p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Теперь мы можем перейти к рассмотрению примера.</a:t>
            </a: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77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Знакомство с указателями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unsafe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Объявление целочисленной переменной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Объявление указателя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p;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Присваивание указателю значения переменной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 = &amp;n;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//Через указатель присваивается значение переменной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*p = 123;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66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//Объявление указателя типа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&amp;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//Присваивание значения через указатель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*s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'F'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$"Значение переменной n 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{n}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$"Значение переменной *p 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{*p}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$"Значение переменной *s 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{*s}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747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в </a:t>
            </a:r>
            <a:r>
              <a:rPr lang="en-US" dirty="0">
                <a:solidFill>
                  <a:srgbClr val="00B050"/>
                </a:solidFill>
              </a:rPr>
              <a:t>C#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 работы программы: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Значение переменной n = 123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Значение переменной *p = 123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Значение переменной *s = F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4935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Адресная арифметика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Адрес – это целое число. Мы можем себе представить одномерную последовательность ячеек (в действительности все сложнее, но в данном случае это неважно), каждая размером в 1 байт. У каждой ячейки есть адрес (целое число). Будем исходить из того, что адрес увеличивается справа налево. Адреса соседних ячеек отличаются на 1. Если имеется некоторая ячейка с адресом, то соседняя ячейка справа имеет адрес на единицу меньше, а соседняя ячейка слева – на единицу больше.</a:t>
            </a: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7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Адресная арифметика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/>
              <a:t>Для записи значений может использоваться несколько ячеек (будем называть это блоком) – все зависит от типа значения. Например, значение типа </a:t>
            </a:r>
            <a:r>
              <a:rPr lang="en-US" dirty="0"/>
              <a:t>double</a:t>
            </a:r>
            <a:r>
              <a:rPr lang="ru-RU" dirty="0"/>
              <a:t> занимает 8 ячеек, типа </a:t>
            </a:r>
            <a:r>
              <a:rPr lang="en-US" dirty="0"/>
              <a:t>int</a:t>
            </a:r>
            <a:r>
              <a:rPr lang="ru-RU" dirty="0"/>
              <a:t> занимает 4 ячейки, типа </a:t>
            </a:r>
            <a:r>
              <a:rPr lang="en-US" dirty="0"/>
              <a:t>byte – </a:t>
            </a:r>
            <a:r>
              <a:rPr lang="ru-RU" dirty="0"/>
              <a:t>1 ячейку.  В указатель при этом записывается адрес первой ячейки в блоке. Поэтому, если в памяти подряд размещено два значения типа </a:t>
            </a:r>
            <a:r>
              <a:rPr lang="en-US" dirty="0"/>
              <a:t>byte, </a:t>
            </a:r>
            <a:r>
              <a:rPr lang="ru-RU" dirty="0"/>
              <a:t>то адреса блоков будут отличаться на 1, если </a:t>
            </a:r>
            <a:r>
              <a:rPr lang="en-US" dirty="0"/>
              <a:t>int</a:t>
            </a:r>
            <a:r>
              <a:rPr lang="ru-RU" dirty="0"/>
              <a:t>, то на 4, если </a:t>
            </a:r>
            <a:r>
              <a:rPr lang="en-US" dirty="0"/>
              <a:t>double, </a:t>
            </a:r>
            <a:r>
              <a:rPr lang="ru-RU" dirty="0"/>
              <a:t>то на 8 и </a:t>
            </a:r>
            <a:r>
              <a:rPr lang="ru-RU"/>
              <a:t>т.д.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252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Адресная арифметика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Считывание значения из памяти и запись в память значения с использованием указателей – далеко не единственные поддерживаемые в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операции. </a:t>
            </a:r>
          </a:p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Есть группа важных и полезных операций, которые могут выполняться с указателями.</a:t>
            </a: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619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Адресная арифметика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Указатели можно сравнивать с помощью операторов ==, !=,&lt;,&gt;,&lt;= и &gt;=. При этом сравниваются числовые значения адресов.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вычислять разность указателей одного типа. Результатом будет целое число, равное количеству блоков между ячейками, на которые ссылаются указатели.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указателю можно прибавить целое число, а также можно вычесть целое число. Результатом будет адрес ячейки, смещенной по отношению к адресу из исходного указателя на количество блоков, определяемых прибавляемым или вычитаемым числом. Размер блока определяется типом, указанным при объявлении указателя.</a:t>
            </a: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65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Адресная арифметика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Перечисленные выше правила имеют простые и очевидные последствия. Например, если указатели (одного типа) ссылаются на соседние блоки, то разность этих указателей равна 1 или -1. При  этом разность адресов, записанных в указатели, отличается на значение, равное по объему (в байтах) блока памяти, выделяемого для записи значения данного типа. Далее, если р – некоторый указатель, то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 – значение, записанное в блоке, на который ссылается р (то есть тоже, что и *р). Значениями р+1 и р-1 являются адреса блоков, соседних с блоком, на который ссылается указатель р. Если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целое число, то выражение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эквивалентно выражению *(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и так далее.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06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Указатели в языке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тесно связаны с массивами, точнее, при работе с массивами весьма эффективно могут использоваться указатели. Чтобы понять, почему такое возможно, необходимо учесть следующие обстоятельства:</a:t>
            </a:r>
          </a:p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 массива является указателем на первый элемент массива.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памяти элементы массива расположены подряд, один за другим.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757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Зная имя массива, мы можем получить доступ к области памяти, в которую записан первый (начальный) элемент. Поскольку элементы массива расположены подряд, то, индексируя указатель (или выполняя иные операции адресной арифметики), мы можем получить доступ к любому элементу массива. Инструкция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fixed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случае нужна для того, чтобы гарантировать неизменность места расположения массива в памяти. </a:t>
            </a:r>
          </a:p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пример, в котором совместно используются указатель и массив.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711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Указатель и массив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810260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unsafe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 массива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810260"/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//Объявление указателя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q;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Создание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[size];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"Заполнение массива"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64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//используем </a:t>
            </a:r>
            <a:r>
              <a:rPr lang="ru-RU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fixed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блок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fixed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1=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ru-RU" sz="16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)//Инструкция </a:t>
            </a:r>
            <a:r>
              <a:rPr lang="en-US" sz="16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fixed </a:t>
            </a:r>
            <a:r>
              <a:rPr lang="ru-RU" sz="16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предотвращает удаление объекта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//Указателю присваивается значение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q = p1 + </a:t>
            </a:r>
            <a:r>
              <a:rPr lang="ru-RU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//Перебор элементов массива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nums.Length;i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//Элементу массива присваивается значение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p1[i] = i + 1;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//Отображение значения элемента массива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"|"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ru-RU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[i]);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81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"|"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//Перебор элементов массива с помощью указателя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(p1&lt;q)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//Возведение элемента в квадрат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(*q) *= (*q);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//Изменение значения указателя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q--;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0757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//Отображение содержимого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"Массив после изменения"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nums.Length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//Отображение значения элемента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"|"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"|"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7254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Указатели и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Заполнение массива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|1|2|3|4|5|6|7|8|9|10|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Массив после изменения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|1|4|9|16|25|36|49|64|81|100|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6195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Исключение представляет собой ошибку, происходящую во время выполнения программы. С помощью подсистемы обработки исключений для С# можно обрабатывать такие ошибки, не вызывая краха программы.  </a:t>
            </a:r>
          </a:p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Обработка исключений ускоряет процесс обработки ошибок, поскольку программа может содержать блок кода, именуемый обработчиком исключений. Этот блок кода будет выполняться автоматически в случае возникновения каких-либо ошибок. При появлении ошибки происходит ее обработка с помощью обработчика ошибок.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5516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Другая причина, по которой важна обработка исключений состоит в том, что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определены стандартные исключения для наиболее часто встречающихся ошибок, таких как деление на ноль, выход индекса за границы диапазона, и т.д. Поэтому для устранения подобных ошибок в программе нужно только следить за возникновением соответствующих исключений и обрабатывать их.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785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 C# предоставляет разработчикам возможности для обработки таких ситуаций. Для этого в C# предназначена конструкция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...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578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при выполнении контролируемого программного кода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ошибок не было, то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 игнорируется. По завершении выполнения кода из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 начинают выполняться команды после конструкции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Если же при выполнении команд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возникла ошибка, то выполнение команд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прекращается и начинают выполняться команды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-блоке. По завершении выполнения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 начинают выполняться команды после конструкции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27596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команды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мы можем узнать какое произошло исключение. Для этого нужно внести в нее небольшие изменения. А именно: в круглых скобках указать тип исключения и переменную, в которую будет передан этот тип. То есть используется следующий шаблон описания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-блока: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atch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(тип, переменная)</a:t>
            </a:r>
          </a:p>
          <a:p>
            <a:pPr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97911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в качестве типа исключения указать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в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будут перехватываться исключения всех типов. Тип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определяет ряд свойств, с помощью которых можно получить информацию об исключении.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InnerException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хранит информацию об исключении, которое послужило причиной текущего исключения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хранит сообщение об исключении, текст ошибки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хранит имя объекта или сборки, которое вызвало исключение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StackTrace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строковое представление стека вызовов, которые привели к возникновению исключения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TargetSite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метод, в котором и было вызвано исключение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58254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Приведем пример обработки исключений. Обработка попытки деления на ноль.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Try_catch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170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170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"Начинается выполнение программы"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//Объявление переменных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 = 10, B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"Переменная А ="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"Переменная B ="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B);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06511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"Вычисляется выражение А/В"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//Попытка деления на ноль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"Результат"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A/B);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//Следующая команда не выполняется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"Вычисления закончены"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34197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(Exception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Возникла ошибка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Тип ошибки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e.GetType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().Name);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Описание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Программа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Метод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e.TargetSite.Name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Место ошибки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e.StackTrace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40564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"Программа завершила выполнение"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45537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Результат: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Начинается выполнение программы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Переменная А =10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Переменная B =0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Вычисляется выражение А/В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Возникла ошибка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ошибки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DivideByZeroException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Attempted to divide by zero.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Try_catch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Место ошибки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at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Try_catch.Program.Main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(String[]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in D:\C#\My_Projects\Try_catch\Program.cs:line 19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завершила выполнение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2102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Как уже отмечалось, в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ыражение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Exception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e)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будет обрабатывать все исключения, которые могут возникнуть. Но также есть более специализированные типы исключений, которые предназначены для обработки каких-то определенных видов исключений. Приведем некоторые из них: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34609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DivideByZeroException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представляет исключение, которое генерируется при делении на ноль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ArgumentOutOfRangeException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генерируется, если значение аргумента находится вне диапазона допустимых значений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ArgumentException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генерируется, если в метод для параметра передается некорректное значение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IndexOutOfRangeException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генерируется, если индекс элемента массива или коллекции находится вне диапазона допустимых значений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InvalidCastException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генерируется при попытке произвести недопустимые преобразования типов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NullReferenceException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генерируется при попытке обращения к объекту, который равен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null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(то есть, по сути, не определен)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97287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Отметим, что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-блоков может быть несколько. Каждый из них будет обрабатывать свой тип исключения. Например: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int[] numbers = 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int[4];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numbers[7] = 9;    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IndexOutOfRangeException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= 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x / 0; 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DivideByZeroException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{y}");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824749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DivideByZeroException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Возникло исключение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DivideByZeroException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catch</a:t>
            </a:r>
            <a:r>
              <a:rPr lang="en-US" sz="18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IndexOutOfRangeException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ex)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ex.Message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04893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Конструкцию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состоящую из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 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 можно дополнить еще 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-блоком. Этот блок указывается после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-блоков. То есть можно использовать конструкцию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такого вида:</a:t>
            </a:r>
          </a:p>
          <a:p>
            <a:pPr indent="540385">
              <a:lnSpc>
                <a:spcPts val="1465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finally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65223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этой конструкции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-блоков может быть несколько. Команды из блока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выполняются в любом случае – и если ошибка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возникла, и, если ошибка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не возникла. Возможны две принципиальные ситуации.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выполнении кода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 ошибка не возникла. Тогда код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-блоках игнорируется, а выполняется код в блоке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после этого начинается выполнение команд после конструкции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выполнении контролируемого кода (в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-блоке) возникает ошибка, которая обрабатывается в одном из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-блоков. В таком случае после обработки выполняется код в блоке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затем выполняются команды после конструкции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465"/>
              </a:lnSpc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85882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Приведем небольшой пример, иллюстрирующий применение блока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= 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x /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Результат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{y}"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catch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Возникло исключение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!"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465"/>
              </a:lnSpc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064575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finally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finally"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Конец программы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.Read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данном случае у нас возникнет исключение в блоке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так как мы пытаемся разделить на ноль. И дойдя до строки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= x / 0;, программа остановится и передаст управление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catch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-блоку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После блока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catch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будет выполняться блок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finally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465"/>
              </a:lnSpc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447299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C4E3-3DD2-4A73-98BB-CF892B88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 работы программы: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Возникло исключение!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 </a:t>
            </a:r>
            <a:r>
              <a:rPr lang="ru-RU" sz="1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finally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Конец программы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465"/>
              </a:lnSpc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735403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C5AB-F259-4916-B225-6A6F2A48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8462E91-963E-444C-AB8C-37FE02472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3045596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3391</Words>
  <Application>Microsoft Office PowerPoint</Application>
  <PresentationFormat>Широкоэкранный</PresentationFormat>
  <Paragraphs>316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5" baseType="lpstr">
      <vt:lpstr>Arial</vt:lpstr>
      <vt:lpstr>Arial Unicode MS</vt:lpstr>
      <vt:lpstr>Calibri</vt:lpstr>
      <vt:lpstr>Calibri Light</vt:lpstr>
      <vt:lpstr>Consolas</vt:lpstr>
      <vt:lpstr>Symbol</vt:lpstr>
      <vt:lpstr>Times New Roman</vt:lpstr>
      <vt:lpstr>Verdana</vt:lpstr>
      <vt:lpstr>Тема Office</vt:lpstr>
      <vt:lpstr>Программирование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Указатели в C#</vt:lpstr>
      <vt:lpstr>Адресная арифметика</vt:lpstr>
      <vt:lpstr>Адресная арифметика</vt:lpstr>
      <vt:lpstr>Адресная арифметика</vt:lpstr>
      <vt:lpstr>Адресная арифметика</vt:lpstr>
      <vt:lpstr>Адресная арифметика</vt:lpstr>
      <vt:lpstr>Указатели и массивы</vt:lpstr>
      <vt:lpstr>Указатели и массивы</vt:lpstr>
      <vt:lpstr>Указатели и массивы</vt:lpstr>
      <vt:lpstr>Указатели и массивы</vt:lpstr>
      <vt:lpstr>Указатели и массивы</vt:lpstr>
      <vt:lpstr>Указатели и массивы</vt:lpstr>
      <vt:lpstr>Указатели и массивы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Обработка исключений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10</cp:revision>
  <dcterms:created xsi:type="dcterms:W3CDTF">2021-01-29T06:25:37Z</dcterms:created>
  <dcterms:modified xsi:type="dcterms:W3CDTF">2021-04-10T10:53:16Z</dcterms:modified>
</cp:coreProperties>
</file>