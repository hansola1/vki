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1322A6-42E6-4340-B471-FE4B350FD4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4F62ABA-E369-4A8E-8D9B-C56812344C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17A43C-AACD-4440-A5FC-A6EB7AD88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954E1-59C7-4986-B9EB-3E9E43090DC9}" type="datetimeFigureOut">
              <a:rPr lang="ru-RU" smtClean="0"/>
              <a:t>16.03.2021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149A93-E4FE-42E1-8DBD-D77E88D45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EA236F-1202-4D9F-BCC7-803B0F421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AC386-62F8-4E3C-8980-3B0FA21AAB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6141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171535-62E9-42C0-93BD-BDCA77658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84713E-BBAB-40E6-9FC5-7BEB8CB36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58FAD2-D1DC-4963-A698-B0D1EE918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954E1-59C7-4986-B9EB-3E9E43090DC9}" type="datetimeFigureOut">
              <a:rPr lang="ru-RU" smtClean="0"/>
              <a:t>16.03.2021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9CBC22-E077-4167-8DBC-A29D1D7D6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7286A8-E358-4551-A10C-9CF556EF0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AC386-62F8-4E3C-8980-3B0FA21AAB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4341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06A47C-9DC5-4F02-83AF-45EECF483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FE66BD2-49F1-4BEF-8E57-5185E7679E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832656-AA64-453C-BBCA-9388866FD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954E1-59C7-4986-B9EB-3E9E43090DC9}" type="datetimeFigureOut">
              <a:rPr lang="ru-RU" smtClean="0"/>
              <a:t>16.03.2021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6BD39C-24BE-469B-A337-8581EB730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A899AD-79AF-4A30-810A-8DAF09B71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AC386-62F8-4E3C-8980-3B0FA21AAB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1807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23CEDB-1B2B-4476-A530-E9B0B7BE0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2688DC-4481-4DF9-B4D9-8ECD04CFA9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6DDD7E7-43BB-4A25-9904-D919721905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0FBFB4F-9A07-4143-852A-14B6225DD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954E1-59C7-4986-B9EB-3E9E43090DC9}" type="datetimeFigureOut">
              <a:rPr lang="ru-RU" smtClean="0"/>
              <a:t>16.03.2021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6CEDD9C-6312-4B19-BED0-4EDC86E83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F82B2F0-62BB-4F40-8036-9CDB4CF4B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AC386-62F8-4E3C-8980-3B0FA21AAB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845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186D08-E260-46FC-A1C1-8880A4731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91177-1630-4125-BBFF-69D4A9D8D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773585E-124C-4809-8C03-36682A5DA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1BD05D1-E3F8-4868-A7AA-7B1E6A90E8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995D2BC-3EAB-44A7-B04B-9BE8480DD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358AA78-8C15-4E0E-BEE8-BE4C64D41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954E1-59C7-4986-B9EB-3E9E43090DC9}" type="datetimeFigureOut">
              <a:rPr lang="ru-RU" smtClean="0"/>
              <a:t>16.03.2021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E602B0F-0272-49C3-B59D-DC5215A21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B0D80C5-A89D-44ED-AABD-5C3E44AC9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AC386-62F8-4E3C-8980-3B0FA21AAB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5539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B13B78-F3CC-43F6-9E70-7C361C6FA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6E2C418-9F20-4C30-9F5F-8480FDC08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954E1-59C7-4986-B9EB-3E9E43090DC9}" type="datetimeFigureOut">
              <a:rPr lang="ru-RU" smtClean="0"/>
              <a:t>16.03.2021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8A6324C-2673-44B1-8AB4-B133672ED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C4D2ED8-C1A3-4783-AD26-26CFE7770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AC386-62F8-4E3C-8980-3B0FA21AAB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6995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53038E2-21B9-4F4C-A9C5-24F153E12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954E1-59C7-4986-B9EB-3E9E43090DC9}" type="datetimeFigureOut">
              <a:rPr lang="ru-RU" smtClean="0"/>
              <a:t>16.03.2021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5DA0A12-3C47-4BEE-819A-E8D822BE4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063F16-5CFA-40D5-AEED-C0753433D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AC386-62F8-4E3C-8980-3B0FA21AAB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7150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14580B-330F-4A7B-A124-4BD6660BE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5AD5F0-8C04-44BC-9976-A466C0D05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5F5CB6F-3FCD-4594-B55B-8C7E7B893E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2AEC882-DDCF-4321-BBE5-D1C86494D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954E1-59C7-4986-B9EB-3E9E43090DC9}" type="datetimeFigureOut">
              <a:rPr lang="ru-RU" smtClean="0"/>
              <a:t>16.03.2021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3E9F7B-56E3-4594-A4BF-5BCF3A5B4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AB95CB1-A25B-4909-A967-1015DCD8D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AC386-62F8-4E3C-8980-3B0FA21AAB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7517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66698E-D266-479B-8BC0-629E58ADC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4475B38-B505-4D0C-A74E-EEB62A688E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09A98CF-D981-467D-9128-B03D6981D7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52924CF-273C-44FE-82AE-AAA691CAC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954E1-59C7-4986-B9EB-3E9E43090DC9}" type="datetimeFigureOut">
              <a:rPr lang="ru-RU" smtClean="0"/>
              <a:t>16.03.2021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A0C4518-2F28-4DDB-9166-0F192C59D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8728609-DA4D-48F8-BD52-D1F71BFF6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AC386-62F8-4E3C-8980-3B0FA21AAB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0331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0E4FFE-094A-4EE3-8061-E7813ACC9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3DBA011-A550-45EF-95CE-ADF37FD71E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D4BDA3-28BE-4E6C-B4DE-F954A5240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954E1-59C7-4986-B9EB-3E9E43090DC9}" type="datetimeFigureOut">
              <a:rPr lang="ru-RU" smtClean="0"/>
              <a:t>16.03.2021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1A2BEA-A0E3-4E14-8371-A36F6175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030630-9F21-4AD0-A304-75045E617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AC386-62F8-4E3C-8980-3B0FA21AAB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8816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7639735-CB1E-431A-B216-7D3B8D4B67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F10603A-8391-4CB6-942F-1A8A615670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916137-0DDF-40C9-BB2F-06E0C95E6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954E1-59C7-4986-B9EB-3E9E43090DC9}" type="datetimeFigureOut">
              <a:rPr lang="ru-RU" smtClean="0"/>
              <a:t>16.03.2021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4093C5-C63D-4C1C-B0A8-1C7F0C7A2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C789D6-E7C8-4C4D-937F-E0B302D3D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AC386-62F8-4E3C-8980-3B0FA21AAB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2645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BF0A49-AA9E-46E1-9272-A8200BD14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4A8866F-9579-4373-A2EE-8581514A1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5715A66-DEEA-4DD5-B24F-514477793D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5954E1-59C7-4986-B9EB-3E9E43090DC9}" type="datetimeFigureOut">
              <a:rPr lang="ru-RU" smtClean="0"/>
              <a:t>16.03.2021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84335B-CFB7-4356-BADB-F133C61E8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4DB57E-82A1-4FBA-B3D0-1266D3F00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6AC386-62F8-4E3C-8980-3B0FA21AAB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5339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E16870-D39F-488B-A192-929584C41B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Windows </a:t>
            </a:r>
            <a:r>
              <a:rPr lang="ru-RU" dirty="0">
                <a:solidFill>
                  <a:srgbClr val="FF0000"/>
                </a:solidFill>
              </a:rPr>
              <a:t>приложения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F1065C3-08BB-422B-96F5-00A01FE45D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z="2400" dirty="0">
                <a:solidFill>
                  <a:srgbClr val="00B050"/>
                </a:solidFill>
              </a:rPr>
              <a:t>На языке </a:t>
            </a:r>
            <a:r>
              <a:rPr lang="en-US" sz="2400" dirty="0">
                <a:solidFill>
                  <a:srgbClr val="00B050"/>
                </a:solidFill>
              </a:rPr>
              <a:t>C#</a:t>
            </a:r>
            <a:endParaRPr lang="ru-RU" sz="2400" dirty="0">
              <a:solidFill>
                <a:srgbClr val="00B050"/>
              </a:solidFill>
            </a:endParaRPr>
          </a:p>
          <a:p>
            <a:r>
              <a:rPr lang="ru-RU" sz="2400" dirty="0">
                <a:solidFill>
                  <a:srgbClr val="00B050"/>
                </a:solidFill>
              </a:rPr>
              <a:t>Тема </a:t>
            </a:r>
            <a:r>
              <a:rPr lang="en-US" sz="2400">
                <a:solidFill>
                  <a:srgbClr val="00B050"/>
                </a:solidFill>
              </a:rPr>
              <a:t>7</a:t>
            </a:r>
            <a:endParaRPr lang="en-US" sz="2400" dirty="0">
              <a:solidFill>
                <a:srgbClr val="00B050"/>
              </a:solidFill>
            </a:endParaRPr>
          </a:p>
          <a:p>
            <a:r>
              <a:rPr lang="ru-RU" sz="24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Создание компонентов программным способом</a:t>
            </a:r>
            <a:endParaRPr lang="ru-RU" sz="2400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7848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F72B02-DB79-4C67-ACAD-787D9269F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Создание компонентов программным способом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811A4F-0738-4AED-96D0-DE7A19C12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Мы уже обсуждали создание компонентов формы с помощью панели управления. Но зачастую есть необходимость создавать компоненты по ходу выполнения программы. Еще один случай: бывает необходимо создать массив компонентов и работать с ним с помощью цикла. Рассмотрим эти вопросы. Начнем с программного создания кнопки.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Кнопка будет создана при нажатии на заготовленную с помощью панели управления кнопку. Код этой программы представлен в примере. На рисунке представлено окно с программно-созданной кнопкой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Mb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2E17CAA-961C-4E7A-9D0D-6A6F3B3EA93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117284" y="3581300"/>
            <a:ext cx="1635854" cy="247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113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F72B02-DB79-4C67-ACAD-787D9269F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Создание компонентов программным способом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811A4F-0738-4AED-96D0-DE7A19C12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Код создания кнопки и обработчик события созданной кнопки.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button1_Click(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Button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Button();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Создаем кнопку с именем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MyButton.Location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Point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(65, 25);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//Задаем ее положение на форме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MyButton.Text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Mb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//Текст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MyButton.BackColor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Color.White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//Цвет фона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MyButton.Size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Size(70, 40);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Размер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MyButton.Font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Font(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"Arial"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10,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FontStyle.Regular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Шрифт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MyButton.ForeColor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Color.Red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Цвет текста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2228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F72B02-DB79-4C67-ACAD-787D9269F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Создание компонентов программным способом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811A4F-0738-4AED-96D0-DE7A19C12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//Создаем указатель на метод кнопки. </a:t>
            </a:r>
            <a:endParaRPr lang="en-US" sz="1800" dirty="0">
              <a:solidFill>
                <a:srgbClr val="008000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2"/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MyButton.Click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+= b1_Click;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//Добавляем кнопку в коллекцию элементов формы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Controls.Add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35299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F72B02-DB79-4C67-ACAD-787D9269F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Создание компонентов программным способом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811A4F-0738-4AED-96D0-DE7A19C12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//Обработчик события кнопки </a:t>
            </a:r>
            <a:r>
              <a:rPr lang="ru-RU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b1_Click(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sender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-объект, на котором произошло событие.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Преобразуем его в кнопку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Button Tb = sender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Button Tb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(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Button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sender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Можно преобразовать и так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MessageBox.Show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Tb.Text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02182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F72B02-DB79-4C67-ACAD-787D9269F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Создание компонентов программным способом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811A4F-0738-4AED-96D0-DE7A19C12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82896"/>
          </a:xfrm>
        </p:spPr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Теперь создадим массив кнопок. Конкретно: создадим четыре кнопки, пронумеруем их и дадим каждой имя. Программа загадывает случайное число, а играющий должен угадать, какое это число. Для этого он мышью кликает по одной из кнопок. Данный проект – простейший пример динамического создания кнопок и их методов. Форма проекта после начала игры приведена на рисунке.</a:t>
            </a: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738E5BF-7875-49D4-BCBE-B985F82A574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267642" y="2854812"/>
            <a:ext cx="1656715" cy="336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034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F72B02-DB79-4C67-ACAD-787D9269F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Создание компонентов программным способом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811A4F-0738-4AED-96D0-DE7A19C12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82896"/>
          </a:xfrm>
        </p:spPr>
        <p:txBody>
          <a:bodyPr>
            <a:normAutofit lnSpcReduction="10000"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Код проекта динамического создания массива кнопок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Lohotron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partial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Form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Button[] b1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Button[4];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Массив кнопок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l;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//Случайное число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InitializeComponent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4295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F72B02-DB79-4C67-ACAD-787D9269F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Создание компонентов программным способом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811A4F-0738-4AED-96D0-DE7A19C12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82896"/>
          </a:xfrm>
        </p:spPr>
        <p:txBody>
          <a:bodyPr>
            <a:normAutofit fontScale="62500" lnSpcReduction="20000"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Формируем массив кнопок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4;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b1[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b1[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].Left = 80;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b1[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].Text =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"B"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+ 1).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ToString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b1[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].Top = 100 +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* 70;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b1[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].Size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Size(70, 40);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b1[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].Tag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b1[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].Click += b1_Click;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b1[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BackColor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Color.White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b1[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ForeColor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Color.Red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b1[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].Font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Font(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"Arial"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10,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FontStyle.Regular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b1[i].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Hide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//Прячем кнопки массива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Controls.Add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(b1[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91877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F72B02-DB79-4C67-ACAD-787D9269F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Создание компонентов программным способом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811A4F-0738-4AED-96D0-DE7A19C12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82896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Form1_Load(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Вызываем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787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F72B02-DB79-4C67-ACAD-787D9269F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Создание компонентов программным способом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811A4F-0738-4AED-96D0-DE7A19C12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82896"/>
          </a:xfrm>
        </p:spPr>
        <p:txBody>
          <a:bodyPr>
            <a:normAutofit lnSpcReduction="10000"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b1_Click(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Button Tb;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Tb = (Button)sender;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Преобразование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Tb.Tag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== l)</a:t>
            </a:r>
            <a:r>
              <a:rPr lang="en-US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Преобразуем</a:t>
            </a:r>
            <a:r>
              <a:rPr lang="en-US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Tag </a:t>
            </a:r>
            <a:r>
              <a:rPr lang="ru-RU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в</a:t>
            </a:r>
            <a:r>
              <a:rPr lang="en-US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int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MessageBox.Show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Победа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4;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b1[i].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Hide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//Прячем все кнопки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Tb.Hide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//Прячем кнопку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3302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F72B02-DB79-4C67-ACAD-787D9269F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Создание компонентов программным способом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811A4F-0738-4AED-96D0-DE7A19C12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82896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button1_Click(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Random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rnd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Random();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l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rnd.Next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(0,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4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Загадали число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4;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b1[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].Show();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Показали кнопки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13723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F72B02-DB79-4C67-ACAD-787D9269F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Учебная игра «Пятнадцать»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811A4F-0738-4AED-96D0-DE7A19C12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82896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качестве примера динамического создания двумерного массива кнопок приведем разработку известной настольной игр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«Пятнадцать». Ее игровое поле представлено на рисунке.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D02040E-528E-428D-98AD-561DC157AC7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865615" y="2775620"/>
            <a:ext cx="2057365" cy="226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884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F72B02-DB79-4C67-ACAD-787D9269F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Учебная игра «Пятнадцать»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811A4F-0738-4AED-96D0-DE7A19C12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82896"/>
          </a:xfrm>
        </p:spPr>
        <p:txBody>
          <a:bodyPr>
            <a:normAutofit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Код программы игра «Пятнадцать».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partial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Form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Контрольный массив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[,] a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[4, 4];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h = 40;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//Размер кнопки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x0 = 30;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//Угол игрового поля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y0 = 20;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i0, k0;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Button[,]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Button[4,4];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Массив кнопок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27323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F72B02-DB79-4C67-ACAD-787D9269F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Учебная игра «Пятнадцать»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811A4F-0738-4AED-96D0-DE7A19C12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82896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InitializeComponent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Перестановка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swap(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a,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r = b;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b = a;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a = r;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461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F72B02-DB79-4C67-ACAD-787D9269F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Учебная игра «Пятнадцать»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811A4F-0738-4AED-96D0-DE7A19C12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82896"/>
          </a:xfrm>
        </p:spPr>
        <p:txBody>
          <a:bodyPr>
            <a:normAutofit/>
          </a:bodyPr>
          <a:lstStyle/>
          <a:p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zapolnenie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j, k, m;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zap;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n = 4;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Random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rnd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Random();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4;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(j = 0; j &lt; 4;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j++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a[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 = 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933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F72B02-DB79-4C67-ACAD-787D9269F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Учебная игра «Пятнадцать»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811A4F-0738-4AED-96D0-DE7A19C12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82896"/>
          </a:xfrm>
        </p:spPr>
        <p:txBody>
          <a:bodyPr>
            <a:normAutofit fontScale="85000" lnSpcReduction="20000"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15;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zap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while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(zap)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k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rnd.Next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(0, 4);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m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rnd.Next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(0, 4);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(a[k, m] == 0)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a[k, m]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+ 1;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zap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2652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F72B02-DB79-4C67-ACAD-787D9269F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Учебная игра «Пятнадцать»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811A4F-0738-4AED-96D0-DE7A19C12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82896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Form1_Load(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zapolnenie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i,j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=0;i&lt;4;i++)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(j=0; j&lt;4;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j++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i,j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i,j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].Left = x0+j*h;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i,j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].Top = y0+i*h;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j].Width = h;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j].Height = h;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2374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F72B02-DB79-4C67-ACAD-787D9269F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Учебная игра «Пятнадцать»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811A4F-0738-4AED-96D0-DE7A19C12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82896"/>
          </a:xfrm>
        </p:spPr>
        <p:txBody>
          <a:bodyPr>
            <a:normAutofit fontScale="92500" lnSpcReduction="20000"/>
          </a:bodyPr>
          <a:lstStyle/>
          <a:p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i,j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].Font=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Font(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"Arial"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10,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FontStyle.Bold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j].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BackColor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Color.Green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j].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ForeColor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Color.Red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(a[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 != 0)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j].Text = a[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j].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ToString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{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Пустое поле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i0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k0 = j;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i,j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].Click +=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bt_Click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Controls.Add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i,j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]);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09435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F72B02-DB79-4C67-ACAD-787D9269F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Учебная игра «Пятнадцать»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811A4F-0738-4AED-96D0-DE7A19C12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82896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bt_Click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i,k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Button Tb;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Tb = (Button)sender;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k =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Tb.Left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 x0)/h;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(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Tb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Top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0)/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57365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F72B02-DB79-4C67-ACAD-787D9269F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Учебная игра «Пятнадцать»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811A4F-0738-4AED-96D0-DE7A19C12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82896"/>
          </a:xfrm>
        </p:spPr>
        <p:txBody>
          <a:bodyPr>
            <a:normAutofit lnSpcReduction="10000"/>
          </a:bodyPr>
          <a:lstStyle/>
          <a:p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//Проверка наличия рядом пустого поля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(((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Math.Abs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(i-i0)==1)&amp;&amp;(k==k0))||((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Math.Abs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(k - k0)==1)&amp;&amp;(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==i0)))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swap(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i,k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],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a[i0, k0]);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k].Text =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[i0, k0].Text = a[i0, k0].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ToString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//Новое пустое поле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i0 = i;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k0 = k;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56720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F72B02-DB79-4C67-ACAD-787D9269F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До следующей  лекции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6F10003-0603-4343-AC60-50CEF6AB89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675" y="1825625"/>
            <a:ext cx="6724650" cy="4483100"/>
          </a:xfrm>
        </p:spPr>
      </p:pic>
    </p:spTree>
    <p:extLst>
      <p:ext uri="{BB962C8B-B14F-4D97-AF65-F5344CB8AC3E}">
        <p14:creationId xmlns:p14="http://schemas.microsoft.com/office/powerpoint/2010/main" val="13886088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1561</Words>
  <Application>Microsoft Office PowerPoint</Application>
  <PresentationFormat>Широкоэкранный</PresentationFormat>
  <Paragraphs>204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Consolas</vt:lpstr>
      <vt:lpstr>Times New Roman</vt:lpstr>
      <vt:lpstr>Тема Office</vt:lpstr>
      <vt:lpstr>Windows приложения</vt:lpstr>
      <vt:lpstr>Создание компонентов программным способом</vt:lpstr>
      <vt:lpstr>Создание компонентов программным способом</vt:lpstr>
      <vt:lpstr>Создание компонентов программным способом</vt:lpstr>
      <vt:lpstr>Создание компонентов программным способом</vt:lpstr>
      <vt:lpstr>Создание компонентов программным способом</vt:lpstr>
      <vt:lpstr>Создание компонентов программным способом</vt:lpstr>
      <vt:lpstr>Создание компонентов программным способом</vt:lpstr>
      <vt:lpstr>Создание компонентов программным способом</vt:lpstr>
      <vt:lpstr>Создание компонентов программным способом</vt:lpstr>
      <vt:lpstr>Создание компонентов программным способом</vt:lpstr>
      <vt:lpstr>Учебная игра «Пятнадцать»</vt:lpstr>
      <vt:lpstr>Учебная игра «Пятнадцать»</vt:lpstr>
      <vt:lpstr>Учебная игра «Пятнадцать»</vt:lpstr>
      <vt:lpstr>Учебная игра «Пятнадцать»</vt:lpstr>
      <vt:lpstr>Учебная игра «Пятнадцать»</vt:lpstr>
      <vt:lpstr>Учебная игра «Пятнадцать»</vt:lpstr>
      <vt:lpstr>Учебная игра «Пятнадцать»</vt:lpstr>
      <vt:lpstr>Учебная игра «Пятнадцать»</vt:lpstr>
      <vt:lpstr>Учебная игра «Пятнадцать»</vt:lpstr>
      <vt:lpstr>До следующей  лекции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приложения</dc:title>
  <dc:creator>Леонид Попов</dc:creator>
  <cp:lastModifiedBy>Леонид Попов</cp:lastModifiedBy>
  <cp:revision>5</cp:revision>
  <dcterms:created xsi:type="dcterms:W3CDTF">2021-01-29T08:42:58Z</dcterms:created>
  <dcterms:modified xsi:type="dcterms:W3CDTF">2021-03-16T12:15:30Z</dcterms:modified>
</cp:coreProperties>
</file>