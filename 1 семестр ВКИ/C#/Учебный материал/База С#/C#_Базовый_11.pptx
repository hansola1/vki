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7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60F3A-C7C0-4C11-BB89-88BCDB95A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DE5BED-5726-4C41-9304-738F58CE1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795732-2424-45BD-8567-1F25A7CD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B20529-98DC-4CD2-80B6-CA0C5DA70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C10A9F-40B7-4405-8439-DB0B342D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46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81C9C-EFAF-4D4F-BF9C-D5E2DDA4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706351-E330-4168-8D13-88AC8D2DE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5BBC8D-77CC-4179-98EB-949555802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1F2178-E0EF-4187-B414-5D8B21034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FBFCA8-AD72-4F90-8549-EBD45A16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12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A71B5-6D9F-410E-B2EC-03D8CCCCB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678972-0C3F-4498-99CC-D682F106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DA6451-E0AF-4786-99C9-2C8AFBD2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53898F-3FC1-4596-ACA9-DC2B2F1FE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A03A72-ACFB-4D4E-B6A4-DCA06C82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456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05C27-9DFA-443E-AD18-3BF00252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8086D-2DAF-4641-ABB7-92FD8A215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1AC3FD-E8FE-46C6-9210-E2F812DE8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44C814-452E-4E53-9004-7E32207F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551DD9-0E45-4330-A0DE-C735C9C8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68263D-6E54-4651-A531-665F6F50B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16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FA06F-99A7-4BF3-81FE-AABB6BE2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791A07-2C0F-4674-9F8C-8D9C74D6A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E12B5-D2AB-4686-B120-39519D18D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7F9187-D25B-4812-A966-005BCB2A7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1885C-94ED-46FD-81D3-4DBBB4689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EC9D85-792F-4E63-9665-3665076A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DE3841-2C28-4CF4-859F-2E7250D8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8CBC0A-1314-4F0B-9693-62ECED72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07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4B2A8C-864C-43D6-BC0F-02AE48EB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B161C3-C5DD-44B0-9D8C-DD08A250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896BA3-47A5-4E15-BB6F-93668F85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05166B-B1A0-49FA-96B5-D206713F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94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48D15E-E5B1-449E-A363-F6641AC8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6353E98-5515-4B3F-A216-F97C59AE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EDC954-EC65-4762-B0DE-4F8486D7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97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39055-AA36-4EF3-BD2E-007BC972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223565-C273-4F9F-8D6F-5D09E1402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AB0C92-2500-488E-B0C8-8F2EE61B7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F4608F-4ADB-4FE7-B16D-2A8BD79B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D11E58-C64E-44F6-96F0-A03F6362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BF94C2-750F-4DC2-AD9C-FEEBB494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05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59912-1524-488A-AFB5-1C0DC836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300981-7A9C-4924-A33A-42FE01E38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8DDAA3-65B0-43EE-8AC1-C544A6795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CCDF29-D5D6-4ACF-9BF1-879A1A12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FB4866-8510-4D81-845C-985CEB5E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155441-E778-44A1-A1C8-3381D4C6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79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2A9D8-08D0-4A33-A3B7-54ED76F6E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766F6D-C02F-42C6-9E9C-581CAF6B3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5A6064-4D5F-4B00-AA26-04A3CB98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8D3855-702E-4683-BB95-BF8C1A32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CBE95D-A8FE-4B4A-A5E4-950C3408C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31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44F5724-A6DE-40CA-A34D-A66B47260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52177F-C1F5-4A07-92E4-509F12E70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7F4035-5290-4DEE-B8DD-2FFCA815B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932F43-4628-4942-AB5A-87C65ABF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2C5BA8-6652-42F9-8C05-2071F347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41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12424-6EF9-44BE-9793-40BF03EF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846BAF-9999-4FA9-B08D-70F0A8080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862C9E-50EC-4237-A5EF-0F61B41CC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3BB6-8AC2-4C1C-BBB8-F944FEABD059}" type="datetimeFigureOut">
              <a:rPr lang="ru-RU" smtClean="0"/>
              <a:t>19.04.2021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155535-6ED0-47CF-8879-18880DE9B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338F38-C08B-41A7-8F22-2DF13B354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806FD-F7BD-441E-9FBE-509AB43E90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87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5B8DE-8F4D-458F-91BA-84F655E73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9A8C8B-D305-418F-8C30-D4C4ABD9A9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00B050"/>
                </a:solidFill>
              </a:rPr>
              <a:t>На языке </a:t>
            </a:r>
            <a:r>
              <a:rPr lang="en-US" sz="2400" dirty="0">
                <a:solidFill>
                  <a:srgbClr val="00B050"/>
                </a:solidFill>
              </a:rPr>
              <a:t>C#</a:t>
            </a:r>
            <a:endParaRPr lang="ru-RU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rgbClr val="00B050"/>
                </a:solidFill>
              </a:rPr>
              <a:t>Тема </a:t>
            </a:r>
            <a:r>
              <a:rPr lang="en-US" sz="2400" dirty="0">
                <a:solidFill>
                  <a:srgbClr val="00B050"/>
                </a:solidFill>
              </a:rPr>
              <a:t>10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Компьютерное моделирование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544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818757D-40C0-4EED-8739-437936F89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8749" y="1825625"/>
            <a:ext cx="7014501" cy="4351338"/>
          </a:xfrm>
        </p:spPr>
      </p:pic>
    </p:spTree>
    <p:extLst>
      <p:ext uri="{BB962C8B-B14F-4D97-AF65-F5344CB8AC3E}">
        <p14:creationId xmlns:p14="http://schemas.microsoft.com/office/powerpoint/2010/main" val="119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BAFAB5-2DAD-490C-A0B6-F83BE28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Graphics g;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U0, V0, mx, my;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 = pictureBox1.CreateGraphics();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77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BAFAB5-2DAD-490C-A0B6-F83BE28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Построение осей координат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osi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dl = pictureBox1.Width;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pictureBox1.Height;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myBrush1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g.FillRectangle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(myBrush1, 0, 0, dl,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3);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0, V0, dl, V0);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g.DrawLine(myPenRed, U0, 0, U0, sh);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667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BAFAB5-2DAD-490C-A0B6-F83BE28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u = U0 % mx;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-(U0 / mx);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Font currFont =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Font(</a:t>
            </a:r>
            <a:r>
              <a:rPr lang="fr-FR" sz="1800" dirty="0">
                <a:solidFill>
                  <a:srgbClr val="A31515"/>
                </a:solidFill>
                <a:latin typeface="Consolas" panose="020B0609020204030204" pitchFamily="49" charset="0"/>
              </a:rPr>
              <a:t>"Times New Roman"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, 12);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myBrush2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myPenRed.Width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(u&lt;dl)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nadpis.ToString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!= 0)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(s,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currFont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myBrush2, u, V0 + 10);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//u = u + mx;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g.DrawLine(myPenRed, u, V0 + 5, u, V0 - 5);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u = u + mx;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7792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BAFAB5-2DAD-490C-A0B6-F83BE28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  <a:latin typeface="Consolas" panose="020B0609020204030204" pitchFamily="49" charset="0"/>
              </a:rPr>
              <a:t>Самостоятельно сделать разметку по оси 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ru-RU" sz="3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58338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BAFAB5-2DAD-490C-A0B6-F83BE28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Преобразование математических координат в экранные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xytouv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y,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u,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u = U0 +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Math.Round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(x*mx);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v = V0 -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Math.Round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(y * my);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4432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BAFAB5-2DAD-490C-A0B6-F83BE28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800" dirty="0"/>
              <a:t>Построение графика синуса</a:t>
            </a:r>
          </a:p>
          <a:p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Grafic (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xmin,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xmax,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dx)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y;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u, v;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x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xmin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(x&lt;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xmax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y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Math.Sin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xytouv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u,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myBrush1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(myBrush1, u, v, 2, 2);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x = x + dx;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16758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BAFAB5-2DAD-490C-A0B6-F83BE28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Обработчик кнопки «Построить»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U0 = Convert.ToInt32(textBox1.Text);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V0 = Int32.Parse(textBox2.Text);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mx = Int32.Parse(textBox3.Text);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my = Int32.Parse(textBox4.Text);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osi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"X"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"Y"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u, v;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Grafic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(-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Math.PI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Math.PI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0.01);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36874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BAFAB5-2DAD-490C-A0B6-F83BE28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Самостоятельно:</a:t>
            </a:r>
          </a:p>
          <a:p>
            <a:pPr marL="342900" lvl="0" indent="-342900" algn="just">
              <a:buFont typeface="+mj-lt"/>
              <a:buAutoNum type="arabicPeriod"/>
              <a:tabLst>
                <a:tab pos="6858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Постройте графики следующих функций: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buFont typeface="+mj-lt"/>
              <a:buAutoNum type="arabicPeriod"/>
              <a:tabLst>
                <a:tab pos="6858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отобразите в системе координат отрезок, заданный координатами концов: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= 1;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= -1;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= 5;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= 3.</a:t>
            </a:r>
          </a:p>
          <a:p>
            <a:pPr marL="342900" lvl="0" indent="-342900" algn="just">
              <a:buFont typeface="+mj-lt"/>
              <a:buAutoNum type="arabicPeriod"/>
              <a:tabLst>
                <a:tab pos="6858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Создайте на форме две области построения. На одной постройте график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на другой -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marL="342900" lvl="0" indent="-342900" algn="just">
              <a:buFont typeface="+mj-lt"/>
              <a:buAutoNum type="arabicPeriod"/>
              <a:tabLst>
                <a:tab pos="6858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Создайте две формы. На одной должны находиться компоненты управления (кнопки, редактируемые окна и т.д.) на другой – график  функции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02965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Построение графика функции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1AA3B14-06B8-4EFA-A2F6-C8FD7C3A6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8749" y="1825625"/>
            <a:ext cx="7014501" cy="4351338"/>
          </a:xfrm>
        </p:spPr>
      </p:pic>
    </p:spTree>
    <p:extLst>
      <p:ext uri="{BB962C8B-B14F-4D97-AF65-F5344CB8AC3E}">
        <p14:creationId xmlns:p14="http://schemas.microsoft.com/office/powerpoint/2010/main" val="1510625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E225591-00B4-4404-BEDA-7FD0E21C7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3334" y="1825625"/>
            <a:ext cx="7285331" cy="4351338"/>
          </a:xfrm>
        </p:spPr>
      </p:pic>
    </p:spTree>
    <p:extLst>
      <p:ext uri="{BB962C8B-B14F-4D97-AF65-F5344CB8AC3E}">
        <p14:creationId xmlns:p14="http://schemas.microsoft.com/office/powerpoint/2010/main" val="1536122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393B39-D9E4-4E29-8DA3-18560EE7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Graphics g;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U0, V0, mx, my;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vel, t, dt, m, k, ktr;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 = pictureBox1.CreateGraphics();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326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0DC70-F224-49B5-B544-6A15FE75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xytouv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y,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u,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u = U0 +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Math.Round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(x * mx);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v = V0 -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Math.Round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(y * my);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0322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0DC70-F224-49B5-B544-6A15FE75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osi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dl = pictureBox1.Width;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pictureBox1.Height;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myBrush1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g.FillRectangle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(myBrush1, 0, 0, dl,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3);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myPenRed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0, V0, dl, V0);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g.DrawLine(myPenRed, U0, 0, U0, sh);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u = U0 % mx;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-(U0 / mx);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Font currFont =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Font(</a:t>
            </a:r>
            <a:r>
              <a:rPr lang="fr-FR" sz="1800" dirty="0">
                <a:solidFill>
                  <a:srgbClr val="A31515"/>
                </a:solidFill>
                <a:latin typeface="Consolas" panose="020B0609020204030204" pitchFamily="49" charset="0"/>
              </a:rPr>
              <a:t>"Times New Roman"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, 12);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myBrush2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myPenRed.Width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7169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0DC70-F224-49B5-B544-6A15FE75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(u &lt; dl)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nadpis.ToString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!= 0)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(s,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currFont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myBrush2, u, V0 + 10);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//u = u + mx;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g.DrawLine(myPenRed, u, V0 + 5, u, V0 - 5);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u = u + mx;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 = V0 % my;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V0 / my;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(v &lt;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nadpis.ToString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!= 0)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(s,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currFont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myBrush2, U0 + 10, v);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nadpis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g.DrawLine(myPenRed, U0 - 5, v, U0 + 5, v);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v = v + my;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1282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0DC70-F224-49B5-B544-6A15FE75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Eiler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u, v, u1, v1;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sz="1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x1, t1,f,a;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xytouv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(t, x,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u,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f= -k * x -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ktr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* vel;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a= f / m;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vel= vel + a * dt;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x1= x + vel * dt;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t1 = t + dt;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xytouv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(t1, x1,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u1,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v1);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Pen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Pen(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2);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g.DrawLine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myPenBlue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u, v, u1, v1);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x = x1;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 = t1;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4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0DC70-F224-49B5-B544-6A15FE75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Кнопка «Построить»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U0 = Convert.ToInt32(textBox1.Text);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V0 = Int32.Parse(textBox2.Text);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mx = Int32.Parse(textBox3.Text);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my = Int32.Parse(textBox4.Text);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osi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"t"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"X"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5618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0DC70-F224-49B5-B544-6A15FE75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Кнопка «</a:t>
            </a:r>
            <a:r>
              <a:rPr lang="en-US" dirty="0"/>
              <a:t>Start</a:t>
            </a:r>
            <a:r>
              <a:rPr lang="ru-RU" dirty="0"/>
              <a:t>»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x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Double.Parse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(textBox5.Text);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vel = Double.Parse(textBox6.Text);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 = Double.Parse(textBox7.Text);</a:t>
            </a:r>
          </a:p>
          <a:p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dt = Double.Parse(textBox8.Text);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Double.Parse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(textBox9.Text);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k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Double.Parse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(textBox10.Text);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ktr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Double.Parse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(textBox11.Text);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timer1.Enabled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6539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0DC70-F224-49B5-B544-6A15FE75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Кнопка «</a:t>
            </a:r>
            <a:r>
              <a:rPr lang="en-US" dirty="0"/>
              <a:t>Stop</a:t>
            </a:r>
            <a:r>
              <a:rPr lang="ru-RU" dirty="0"/>
              <a:t>»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button3_Click(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timer1.Enabled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Таймер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timer1_Tick(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Eiler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7252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943A3-E9C0-4C3A-978C-F4C64D02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Моделирование осциллятора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4575043C-4980-492F-86E9-19F4112C5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7E5CB03-4215-43BA-A62B-3BB7943D6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983" y="2102788"/>
            <a:ext cx="6357238" cy="379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371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1494</Words>
  <Application>Microsoft Office PowerPoint</Application>
  <PresentationFormat>Широкоэкранный</PresentationFormat>
  <Paragraphs>194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Times New Roman</vt:lpstr>
      <vt:lpstr>Тема Office</vt:lpstr>
      <vt:lpstr>Windows приложения</vt:lpstr>
      <vt:lpstr>Построение графика функции</vt:lpstr>
      <vt:lpstr>Построение графика функции</vt:lpstr>
      <vt:lpstr>Построение графика функции</vt:lpstr>
      <vt:lpstr>Построение графика функции</vt:lpstr>
      <vt:lpstr>Построение графика функции</vt:lpstr>
      <vt:lpstr>Построение графика функции</vt:lpstr>
      <vt:lpstr>Построение графика функции</vt:lpstr>
      <vt:lpstr>Построение графика функции</vt:lpstr>
      <vt:lpstr>Построение графика функции</vt:lpstr>
      <vt:lpstr>Построение графика функции</vt:lpstr>
      <vt:lpstr>Моделирование осциллятора</vt:lpstr>
      <vt:lpstr>Моделирование осциллятора</vt:lpstr>
      <vt:lpstr>Моделирование осциллятора</vt:lpstr>
      <vt:lpstr>Моделирование осциллятора</vt:lpstr>
      <vt:lpstr>Моделирование осциллятора</vt:lpstr>
      <vt:lpstr>Моделирование осциллятора</vt:lpstr>
      <vt:lpstr>Моделирование осциллятора</vt:lpstr>
      <vt:lpstr>Моделирование осциллятора</vt:lpstr>
      <vt:lpstr>Моделирование осциллятора</vt:lpstr>
      <vt:lpstr>Моделирование осциллятора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6</cp:revision>
  <dcterms:created xsi:type="dcterms:W3CDTF">2021-04-19T03:44:22Z</dcterms:created>
  <dcterms:modified xsi:type="dcterms:W3CDTF">2021-04-19T04:28:26Z</dcterms:modified>
</cp:coreProperties>
</file>