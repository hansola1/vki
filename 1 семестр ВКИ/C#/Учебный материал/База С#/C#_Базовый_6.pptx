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0ADB3E-9AE4-4E15-AB57-C4CE85A1B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609203-CBB5-4CA4-8B38-FAE452121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8E4554-E446-4823-AD62-5C4A51B6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94E1-3206-4C1E-9E4D-28F94B3EECC7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119925-F1FA-4D58-B099-BA0858904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3CDCA1-27DB-4DC1-9CEB-F82CCC464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B62D-4980-441E-B0B9-3CBDD033AD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1358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F82F9-0729-4C96-B533-0525F6CEE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DCA2F5-1ACC-48AC-BA5F-BADECA402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7E0C7C-8B0E-43E1-AC31-0E9158148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94E1-3206-4C1E-9E4D-28F94B3EECC7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18EC7D-D95F-4441-AC81-E6A6CC47B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000964-1490-4E18-BEE6-49CE8AEBE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B62D-4980-441E-B0B9-3CBDD033AD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4400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D5B977-879A-4253-ABD0-348BBCB43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08184E-4C5C-417C-A91C-ACE5370E6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4F433E-7F44-453D-BFC2-2AF491070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94E1-3206-4C1E-9E4D-28F94B3EECC7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C94DD8-C651-4B21-A2E6-A88DC4745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22EDED-AAA5-4A02-8A6F-A856C7D8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B62D-4980-441E-B0B9-3CBDD033AD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770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2DA0D-C0F1-4BD7-B4A5-FEE74CBCB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E6DADF-7B1E-47AA-AD83-5D2C81D888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AE89A7-99CF-42CD-8A32-477C7CEE3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11EBC4-2DEC-4694-9366-644E69AEA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94E1-3206-4C1E-9E4D-28F94B3EECC7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814087-476A-4F2B-A5B2-87318F1C1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02144B-1605-47A9-83E7-12F1BF837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B62D-4980-441E-B0B9-3CBDD033AD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117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E4BB9F-1BF5-42EB-9754-8D12A1976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328D10B-94E6-47DA-A23A-90DBA7D3E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D7225E-E269-44AF-8345-EEEE0F4B5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32297B7-04C2-449D-AE4A-C33264C74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BB29C1-9424-49A1-A3D8-CCC4A9D1A8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402F86-18DC-4368-B995-D449FEF4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94E1-3206-4C1E-9E4D-28F94B3EECC7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839080F-D933-45B7-BA69-849DD350D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4BF0F3-7B56-4CC9-97D0-B58E989E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B62D-4980-441E-B0B9-3CBDD033AD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260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5D470D-2FEA-4786-8373-42A222AA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F5E6100-70F3-4848-B269-F0A2911A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94E1-3206-4C1E-9E4D-28F94B3EECC7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FF25680-67CD-4BA5-B2A5-26F3796E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DE1B59-D954-4C70-B3DA-6D05899D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B62D-4980-441E-B0B9-3CBDD033AD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69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CE4E910-941D-47FF-A506-8BDE51E1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94E1-3206-4C1E-9E4D-28F94B3EECC7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E0E56B8-9372-430B-9B32-094356099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B382F9-364E-4CFE-A737-8913D314C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B62D-4980-441E-B0B9-3CBDD033AD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5732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0ED5C-25D2-4982-8A5E-925B44C8A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E711BF-2D18-412A-A4A5-48BB90350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96D4507-ECEF-4776-9CC3-B65D06761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F38FB0-585F-4637-8D49-612C7AFF7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94E1-3206-4C1E-9E4D-28F94B3EECC7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169FED-CD2A-4C50-9C1B-0D1A1E3AD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DC35C9-EE45-40A9-85A6-AC92F91F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B62D-4980-441E-B0B9-3CBDD033AD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725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4E6763-82AD-42B7-A166-EC7BA439A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404CC8F-79EB-4885-8399-5F6E57CCBE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182152-0D73-4FC2-985F-AB63C6FDF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C52A08-E969-47A6-BA86-566BA9437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94E1-3206-4C1E-9E4D-28F94B3EECC7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93FD91-4CAF-42F8-8E56-F1128EDFB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716ABD-1464-4721-ADA1-0E1942E1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B62D-4980-441E-B0B9-3CBDD033AD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17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6C2DA-CF16-4C1D-87E3-B5862725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242D00-8F6A-49DB-80D7-F0623114D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A0A101-876B-4887-977F-2A559B600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94E1-3206-4C1E-9E4D-28F94B3EECC7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448ED1-1EB3-4693-8B09-1F5D3B10E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03907D-8CFC-4D27-AF1C-2E9B012FC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B62D-4980-441E-B0B9-3CBDD033AD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388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73493C5-39DC-43A3-85AB-6A3F7CFF3B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E9F4DD-5065-4480-90AB-436D616CE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47FA55-2A3E-4C10-9AAE-E6F824202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94E1-3206-4C1E-9E4D-28F94B3EECC7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3AAF7A-680D-40A5-962C-6920F95EF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E7AF7D-6080-4CEE-BB57-597ABD6C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B62D-4980-441E-B0B9-3CBDD033AD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5205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22F0D-2E2C-46FD-838C-0C236C1B2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6E32CE-24E9-4ADF-8E5B-D1525F04E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805FF9-93CA-4D67-B703-096A5DF8C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A94E1-3206-4C1E-9E4D-28F94B3EECC7}" type="datetimeFigureOut">
              <a:rPr lang="ru-RU" smtClean="0"/>
              <a:t>28.01.2021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105D2D-1564-4FE1-8D39-EEAB9F8D2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3B8DA4-46B8-4B7E-99B2-7ABA3C5DE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7B62D-4980-441E-B0B9-3CBDD033AD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230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0DD51-6D89-49E6-96F1-AC662264ED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Windows </a:t>
            </a:r>
            <a:r>
              <a:rPr lang="ru-RU" dirty="0">
                <a:solidFill>
                  <a:srgbClr val="FF0000"/>
                </a:solidFill>
              </a:rPr>
              <a:t>приложения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9A2CE9E-3836-424C-B123-E54987785F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2400" dirty="0">
                <a:solidFill>
                  <a:srgbClr val="00B050"/>
                </a:solidFill>
              </a:rPr>
              <a:t>На языке </a:t>
            </a:r>
            <a:r>
              <a:rPr lang="en-US" sz="2400" dirty="0">
                <a:solidFill>
                  <a:srgbClr val="00B050"/>
                </a:solidFill>
              </a:rPr>
              <a:t>C#</a:t>
            </a:r>
            <a:endParaRPr lang="ru-RU" sz="2400" dirty="0">
              <a:solidFill>
                <a:srgbClr val="00B050"/>
              </a:solidFill>
            </a:endParaRPr>
          </a:p>
          <a:p>
            <a:r>
              <a:rPr lang="ru-RU" sz="2400" dirty="0">
                <a:solidFill>
                  <a:srgbClr val="00B050"/>
                </a:solidFill>
              </a:rPr>
              <a:t>Тема 5</a:t>
            </a:r>
            <a:endParaRPr lang="en-US" sz="2400" dirty="0">
              <a:solidFill>
                <a:srgbClr val="00B050"/>
              </a:solidFill>
            </a:endParaRPr>
          </a:p>
          <a:p>
            <a:r>
              <a:rPr lang="ru-RU" sz="24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Главное меню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32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C58DA-25AF-47A8-8D8B-619C189C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Главное меню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91357-06F5-4E6A-A918-C07901361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создания меню в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применяется элемент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MenuStrip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После создания проекта следует разместить его на форме.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создания меню в визуальном режиме предназначен </a:t>
            </a:r>
            <a:r>
              <a:rPr lang="ru-RU" sz="2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конструктор меню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который активизируется при выделении компонента menuStrip1. В более ранних, чем версия 2019, версиях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Microsoft Visual Studio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ля создания главного меню приложения используется встроенный построитель меню – специальное окно. В версии 2019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поле ввода с текстом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Here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появляется на месте будущего пункта меню. В него следует ввести имя создаваемого пункта меню. После ввода имени и нажатия клавиши &lt;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Enter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 в меню будет создан новый пункт, а рядом и под ним будут выведены новые поля ввода с текстом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Here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позволяющие создать очередные пункты меню первого или второго уровня. При выделении созданного пункта меню в окне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Properties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отображаются свойства данного пункта.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394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C58DA-25AF-47A8-8D8B-619C189C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Главное меню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91357-06F5-4E6A-A918-C07901361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Имя пункта меню, в отличие от имен других компонентов, размещаемых в форме, получается не добавлением порядкового номера к имени типа (например, label1), а приписыванием имени команды меню слева к имени типа, например, 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fileToolStripMenuItem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(это правило действует даже для пунктов меню с русскими названиями, например, 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файлToolStripMenuItem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). В результате получаются очень длинные имена, поэтому сразу после создания пункта меню желательно изменить имя пункта, указав новое значение его свойства 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Name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Заметим, что свойство 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Name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располагается в окне 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Properties</a:t>
            </a:r>
            <a:r>
              <a:rPr lang="ru-RU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</a:t>
            </a:r>
            <a:r>
              <a:rPr lang="ru-RU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начале 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списка свойств; причем подпись к нему заключается в скобки: (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Name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27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C58DA-25AF-47A8-8D8B-619C189C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Главное меню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91357-06F5-4E6A-A918-C07901361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событие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Click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элемента меню пишется программный код, который будет выполняться при нажатии на пункт меню.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рисунке представлена форма с пунктами меню, переключающими цвета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Label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CE18B0-2D2E-4429-B6A3-1866B81497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462943" y="3130391"/>
            <a:ext cx="2354099" cy="279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225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C58DA-25AF-47A8-8D8B-619C189C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Главное меню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91357-06F5-4E6A-A918-C07901361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Программный код приведен в следующем примере:</a:t>
            </a:r>
          </a:p>
          <a:p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//Обработчики пунктов меню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green_Click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label1.BackColor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Color.Green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blue_Click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label1.BackColor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Color.Blue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white_Click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label1.ForeColor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Color.White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506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C58DA-25AF-47A8-8D8B-619C189C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Главное меню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91357-06F5-4E6A-A918-C07901361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yellow_Click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label1.ForeColor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Color.Yellow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magenta_Click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label1.ForeColor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Color.Magenta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exit_Click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.Close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405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C58DA-25AF-47A8-8D8B-619C189C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Учебная игра «Миллионер»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91357-06F5-4E6A-A918-C07901361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Телевизионная игра «Кто хочет стать миллионером?» хорошо известна. Наша викторина создана на ее основе, поэтому пояснять ее правила мы не будем. Это упражнение направлено на развитие у учащихся навыков работы с рядом компонентов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Windows Forms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начале на основном окне видны только пункты меню и приглашение начать игру.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8F1319-2F3D-4A47-9640-A57615B59A8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71999" y="3115240"/>
            <a:ext cx="2785801" cy="288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17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C58DA-25AF-47A8-8D8B-619C189C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Учебная игра «Миллионер»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91357-06F5-4E6A-A918-C07901361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Выбирая пункт меню «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Play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», мы начинаем игру. Появляется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ListBox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с вариантами ответа и сам вопрос в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Label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indent="450215"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5684BC-1FA9-4E90-ADD0-8A463396174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177717" y="2449424"/>
            <a:ext cx="3220985" cy="347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21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C58DA-25AF-47A8-8D8B-619C189C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Учебная игра «Миллионер»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91357-06F5-4E6A-A918-C07901361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Пунктом меню «Правила» мы вызываем второе окно с текстом помощи.</a:t>
            </a:r>
          </a:p>
          <a:p>
            <a:pPr indent="450215"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F1AA3D-C8FA-446B-802C-C75BFD2E2D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766657" y="2382520"/>
            <a:ext cx="4311941" cy="337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99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C58DA-25AF-47A8-8D8B-619C189C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Учебная игра «Миллионер»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91357-06F5-4E6A-A918-C07901361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Код первой формы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Form2 frm2;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List&lt;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ask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List&lt;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&gt;();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Объявление списка вопросов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otvet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181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C58DA-25AF-47A8-8D8B-619C189C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Учебная игра «Миллионер»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91357-06F5-4E6A-A918-C07901361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play_Click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label1.Visible =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//Управление игрой видимо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listBox1.Visible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button1.Visible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ask.AddRange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File.ReadAllLines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@"D:\C#\My_Text\questions.txt"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label1.Text = ask[0];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Вопрос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5;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ответы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listBox1.Items.Add(ask[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otvet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Convert.ToInt32(ask[5]);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Правильный ответ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850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C58DA-25AF-47A8-8D8B-619C189C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Учебная игра «Миллионер»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91357-06F5-4E6A-A918-C07901361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правила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frm2 =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Form2();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//Создаем указатель на форму 2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frm2.frm1 =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//Передаем форме 2 указатель на форму 1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frm2.Show();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//Показываем форму 2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.Hide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форму 1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574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C58DA-25AF-47A8-8D8B-619C189C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Учебная игра «Миллионер»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91357-06F5-4E6A-A918-C07901361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(listBox1.SelectedIndex==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otvet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"Ok"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ask.RemoveRange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6);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Удаляем предыдущий набор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label1.Text = ask[0];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Новый вопрос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listBox1.Items.Clear();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5;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listBox1.Items.Add(ask[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otvet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Convert.ToInt32(ask[5]);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647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C58DA-25AF-47A8-8D8B-619C189C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Учебная игра «Миллионер»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91357-06F5-4E6A-A918-C07901361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Почитай Википедию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label1.Visible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Управление невидимо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listBox1.Visible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button1.Visible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393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C58DA-25AF-47A8-8D8B-619C189C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Учебная игра «Миллионер»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91357-06F5-4E6A-A918-C07901361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Код второй формы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Form2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 frm1;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Form2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Hide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форму 2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frm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Show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Показывем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форму 1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851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C58DA-25AF-47A8-8D8B-619C189C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До следующей лекции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46EE348-2B5F-44A1-B5AD-54811715D3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19538" y="2551112"/>
            <a:ext cx="4352925" cy="2901950"/>
          </a:xfrm>
        </p:spPr>
      </p:pic>
    </p:spTree>
    <p:extLst>
      <p:ext uri="{BB962C8B-B14F-4D97-AF65-F5344CB8AC3E}">
        <p14:creationId xmlns:p14="http://schemas.microsoft.com/office/powerpoint/2010/main" val="16126650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1055</Words>
  <Application>Microsoft Office PowerPoint</Application>
  <PresentationFormat>Широкоэкранный</PresentationFormat>
  <Paragraphs>122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Times New Roman</vt:lpstr>
      <vt:lpstr>Тема Office</vt:lpstr>
      <vt:lpstr>Windows приложения</vt:lpstr>
      <vt:lpstr>Главное меню</vt:lpstr>
      <vt:lpstr>Главное меню</vt:lpstr>
      <vt:lpstr>Главное меню</vt:lpstr>
      <vt:lpstr>Главное меню</vt:lpstr>
      <vt:lpstr>Главное меню</vt:lpstr>
      <vt:lpstr>Учебная игра «Миллионер»</vt:lpstr>
      <vt:lpstr>Учебная игра «Миллионер»</vt:lpstr>
      <vt:lpstr>Учебная игра «Миллионер»</vt:lpstr>
      <vt:lpstr>Учебная игра «Миллионер»</vt:lpstr>
      <vt:lpstr>Учебная игра «Миллионер»</vt:lpstr>
      <vt:lpstr>Учебная игра «Миллионер»</vt:lpstr>
      <vt:lpstr>Учебная игра «Миллионер»</vt:lpstr>
      <vt:lpstr>Учебная игра «Миллионер»</vt:lpstr>
      <vt:lpstr>Учебная игра «Миллионер»</vt:lpstr>
      <vt:lpstr>До следующей лекции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приложения</dc:title>
  <dc:creator>Леонид Попов</dc:creator>
  <cp:lastModifiedBy>Леонид Попов</cp:lastModifiedBy>
  <cp:revision>5</cp:revision>
  <dcterms:created xsi:type="dcterms:W3CDTF">2021-01-28T10:37:01Z</dcterms:created>
  <dcterms:modified xsi:type="dcterms:W3CDTF">2021-01-28T12:49:57Z</dcterms:modified>
</cp:coreProperties>
</file>