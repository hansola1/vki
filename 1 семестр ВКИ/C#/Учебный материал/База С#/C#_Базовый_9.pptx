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D1BC7-658B-4B51-B72A-2738E34A7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5A9ED1-662E-40C6-8969-A9FC449FD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AACA7B-AE0B-4460-A863-226AE832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AA8A0B-3CDE-445F-9F16-E9CFA502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48D9CC-54AE-4E32-9F28-075B31D3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72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70D531-2A5C-49F6-AC37-92852925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368714-D675-4008-8C46-AE9785862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9D292D-BEA6-440C-B4C6-3A751BF09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0AB512-CBB6-48DB-BE91-83BE8309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EC1D28-C1AD-40D0-B0B4-54F03DAF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02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CC297-DA2F-4987-B444-0BF3D6E6F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52810E-B06D-4A10-A563-4CEFE808A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B84B83-4A02-497F-89B1-4021F254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5C70CF-0FDC-4774-AB91-41EBE7F1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C4E9A-68E6-4A1C-9BEE-F70BA063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703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6F49E-7054-4DFD-AA06-E129CE51D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480FC2-3C41-4C33-BC96-A71BF8AAC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43EEA1-CB26-46F0-8BA8-B3B1735C1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74C936-13A4-4C74-9559-9AA47E5B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4E579D-A10F-4794-A114-D468CB3A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2D66CE-B249-49AD-BE67-A8902C4B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41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73FBB-AD60-4CE6-9CC6-A426F34C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1D3CBD-CBA6-48CD-8C8F-71F243776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79F918-D816-4A9D-8225-9C75FBFA5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8A59A0F-A75F-4AC1-8F3D-9B77F7DB7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C35D3D-7B8B-4BF7-BDD4-7E89E21C7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F5A602-840B-4B39-80DE-082010B7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FEEBE06-A3DB-44D6-83C1-A2BA5806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807BE0-76EC-49DD-9AC1-EEA19C72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6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12CEB-C2FA-494A-B96E-A1035F2F4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D8C3E4-90A7-4C73-92A9-A6BFCC0E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486EDF-82FF-410B-ABF0-09B853DD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07CBB4-D582-4186-ACC2-48B5DA17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82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CDD810-3BF4-4DB6-B90B-5A24270D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D1333E4-643D-4970-BA82-78022330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9EF26E-D49D-4843-839F-15F9A2CD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10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49CA8-419C-48E3-91DC-55922AD0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C2AB3B-F8B9-4102-A67B-06929FA19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43F9C0-D802-47C6-A241-E326DD892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05EF62-CC90-48A2-A4B8-9F5B426DA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BC2959-6F3C-48F6-BA24-0F542B8F9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41372E-AB46-4D12-964F-00415151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94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35316-6BA4-4EA0-BB16-8FA7609AB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BDB22D-3D54-4B5B-9B62-03D03F1BD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A04687-2FDD-4E39-963D-01D17C40C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B75037-8792-4633-94BA-73BFBD71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53F34D-1C46-4501-AAD9-B0D152BD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D104AB-1773-42B0-80B6-A9E2BCAC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772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EB534-4B03-459D-9608-CCBF1CD2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EE837D-8D5F-4A3E-8458-A987F7623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EAB92F-41FE-4C08-BDDB-DA932C578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EF5EFA-1E94-449C-A078-756071CB8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BD090-9704-4DC1-82F4-66E620C9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90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53709A0-5D4B-42C1-B416-40857859E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E1BFE9-2289-467B-A70D-907A98FF1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55C219-8905-4E5C-8829-423CBBB5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78FCF2-D74F-4534-8222-15F8E00E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B4F8BC-5AB5-4A37-AB5B-415D2F73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59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64545-C153-4A88-B9A8-9512F9CA4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9CF0DA-5B27-4102-BEA5-064A0AE4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78CC31-DDF3-4F0C-A054-2C02ECF48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9A0D1-6220-4528-A1A4-DF552828C39E}" type="datetimeFigureOut">
              <a:rPr lang="ru-RU" smtClean="0"/>
              <a:t>06.04.2021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DFF0E8-FF4E-40F1-9008-CAC5B5CCA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9E4EE0-0F9F-4D5D-96D9-98C5700D7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82FAD-DBFD-4266-BAF1-11F74D706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526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9533F-CEF4-4893-A701-9D1CC5B108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BB03E6-6B27-4F1C-9A18-D2A24290EA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00B050"/>
                </a:solidFill>
              </a:rPr>
              <a:t>На языке </a:t>
            </a:r>
            <a:r>
              <a:rPr lang="en-US" sz="2400" dirty="0">
                <a:solidFill>
                  <a:srgbClr val="00B050"/>
                </a:solidFill>
              </a:rPr>
              <a:t>C#</a:t>
            </a:r>
            <a:endParaRPr lang="ru-RU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rgbClr val="00B050"/>
                </a:solidFill>
              </a:rPr>
              <a:t>Тема </a:t>
            </a:r>
            <a:r>
              <a:rPr lang="en-US" dirty="0">
                <a:solidFill>
                  <a:srgbClr val="00B050"/>
                </a:solidFill>
              </a:rPr>
              <a:t>9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Игра «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Парные картинки»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1746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400" b="0" i="0" u="none" strike="noStrike" baseline="0" dirty="0">
                <a:latin typeface="Times New Roman" panose="02020603050405020304" pitchFamily="18" charset="0"/>
              </a:rPr>
              <a:t>Правила игры </a:t>
            </a:r>
            <a:r>
              <a:rPr lang="ru-RU" sz="2400" b="1" i="0" u="none" strike="noStrike" baseline="0" dirty="0">
                <a:latin typeface="Times New Roman,Bold"/>
              </a:rPr>
              <a:t>Парные картинки </a:t>
            </a:r>
            <a:r>
              <a:rPr lang="ru-RU" sz="2400" b="0" i="0" u="none" strike="noStrike" baseline="0" dirty="0">
                <a:latin typeface="Times New Roman" panose="02020603050405020304" pitchFamily="18" charset="0"/>
              </a:rPr>
              <a:t>следующие: игровое поле разделено на клетки, за каждой из которых скрыта картинка. Каждая картинка имеет пару — точно такую же картинку. В начале игры</a:t>
            </a:r>
          </a:p>
          <a:p>
            <a:pPr algn="l"/>
            <a:r>
              <a:rPr lang="ru-RU" sz="2400" b="0" i="0" u="none" strike="noStrike" baseline="0" dirty="0">
                <a:latin typeface="Times New Roman" panose="02020603050405020304" pitchFamily="18" charset="0"/>
              </a:rPr>
              <a:t>все клетки закрыты. Щелчок мыши в клетке открывает картинку.</a:t>
            </a:r>
          </a:p>
          <a:p>
            <a:pPr algn="l"/>
            <a:r>
              <a:rPr lang="ru-RU" sz="2400" b="0" i="0" u="none" strike="noStrike" baseline="0" dirty="0">
                <a:latin typeface="Times New Roman" panose="02020603050405020304" pitchFamily="18" charset="0"/>
              </a:rPr>
              <a:t>Щелчок в другой клетке открывает вторую картинку. Если картинки в открытых клетках совпали, клетки исчезают, если нет, то они остаются открытыми. Очередной щелчок открывает новую картинку и закрывает уже открытые. Игра заканчивается, когда игрок найдет все пары картинок.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461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400" dirty="0"/>
              <a:t>Используются два таймера и массив </a:t>
            </a:r>
            <a:r>
              <a:rPr lang="en-US" sz="2400" dirty="0" err="1"/>
              <a:t>PictureBox</a:t>
            </a:r>
            <a:endParaRPr lang="en-US" sz="2400" dirty="0"/>
          </a:p>
          <a:p>
            <a:pPr algn="l"/>
            <a:r>
              <a:rPr lang="ru-RU" sz="2400" dirty="0"/>
              <a:t>Игровое поле в процессе игры:</a:t>
            </a:r>
          </a:p>
          <a:p>
            <a:pPr algn="l"/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366514-695F-4F7A-996C-B0728774F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366" y="2690544"/>
            <a:ext cx="4573267" cy="354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2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ru-RU" sz="2400" dirty="0"/>
              <a:t>Код программы: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Graphics g;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[8] 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"a1.jpg"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"a2.jpg"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"a3.jpg"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"a4.jpg"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"a5.jpg"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"a6.jpg"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"a7.jpg"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"a8.jpg"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[] b =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[8] { 0, 0, 0, 0, 0, 0, 0, 0 };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//Для случайного выброса пары картинок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Image[]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zv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Image[8];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Массив рисунков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Pb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[4, 4];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Массив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игры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x0 = 40;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y0 = 20;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Времена таймеров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tim2;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i0, j0, i1, j1;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Random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Random();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ochki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Image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zvr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Image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[4, 4];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//Резервный массив для восстановления игрового поля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74328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         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0481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//Запуск игры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Create_pole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Setka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tim2 = 120;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timer1.Enabled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timer2.Enabled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2871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Create_pole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//Игровое поле - массив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PictureBox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j,k,m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w = 75;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h = 90;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zap;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Image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zv2 =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Image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[4, 4];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//Массивы для заполнения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[,] a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[4, 4];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8; i++)</a:t>
            </a:r>
            <a:r>
              <a:rPr lang="nn-NO" sz="1800" dirty="0">
                <a:solidFill>
                  <a:srgbClr val="008000"/>
                </a:solidFill>
                <a:latin typeface="Consolas" panose="020B0609020204030204" pitchFamily="49" charset="0"/>
              </a:rPr>
              <a:t>//Массив рисунков</a:t>
            </a:r>
            <a:endParaRPr lang="nn-N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zv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"D:/C#/My_Text/zveri/"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4; i++)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//Удаление прошлой игры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4;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.Controls.Contains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j]))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.Controls.Remove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70678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4;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4;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a[i, j] = 0;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//Контрольный массив заполняем нулями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4;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4;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//Создаем массив игрового поля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Pb[i, j].Left = x0 + j * (w+10);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j].Top = y0 +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* (h+10);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Pb[i, j].Width = w;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j].Height = h;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//Pb[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BackColor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BorderStyle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BorderStyle.Fixed3D;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j].Click +=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Pb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_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Click;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b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Controls.Add(Pb[i, j]);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7178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4; i++)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//Двумерный массив рисунков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zv2[0,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zv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zv2[1,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zv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zv2[2, i] = zv[i + 4];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zv2[3, i] = zv[i + 4];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6872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4;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4;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//заполнение массива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zap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(zap)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(0, 4);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m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(0, 4);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4599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(a[k, m] == 0)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a[k, m] =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zap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k,m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].Image = zv2[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zvr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[k, m] =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Pb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[k, m].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Image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//массив </a:t>
            </a:r>
            <a:r>
              <a:rPr lang="ru-RU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zvr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копирует изображения для восстановления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((i == 0) || (i == 1))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//У одинаковых рисунков одинаковые </a:t>
            </a:r>
            <a:r>
              <a:rPr lang="ru-RU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Tag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Pb[k, m].Tag = j;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== 2) ||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== 3))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Pb[k, m].Tag = j + 4;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62570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Setka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//Рисуем сетку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w = 75;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h = 90;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Pen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3);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5; i++)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g.DrawLine(myPenRed, ((x0 - 3) + i * (w + 10)), (y0 - 3), ((x0 - 3) + i * (w + 10)), ((y0 - 3) + 4 * (h + 10)));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(x0 - 3), (y0 - 3+i*(h+10)), ((x0 - 3) + 4 * (w + 10)), ((y0 - 3) +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* (h + 10)));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29230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Pict_hide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//Прячем изображения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4;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4;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].Tag&gt;=0)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j].Image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5777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//Выход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timer1.Enabled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timer2.Enabled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79721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timer2_Tick(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//Счет времени игры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tim2--;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textBox2.Text = tim2.ToString();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(tim2==0)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timer2.Enabled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label2.Text 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Конец времени"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56683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Pict_show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//Показываем игровое поле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4;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4;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j].Image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zvr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69886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timer1_Tick(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//Какое-то время видны все рисунки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==0)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Pict_hide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timer1.Enabled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timer2.Enabled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zap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k;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//Вывод двух одинаковых рисунков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98915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(zap)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(0, 8);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(b[k] == 0)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zap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pictureBox1.Image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zv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[k];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pictureBox2.Image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zv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[k];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b[k] = 1;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46492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j1 = (Pib.Left - x0) / (w + 10);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i1 = (Pib.Top - y0) / (h + 10);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t2 =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)Pb[i1, j1].Tag;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Pict_show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timer1.Enabled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timer2.Enabled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7998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35CD1-2345-4BA7-BEAE-84268014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)Pb[i0, j0].Tag ==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)Pb[i1, j1].Tag)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Если угадали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("Ok");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b[t2] =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ochki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ochki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==8)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Победа"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textBox1.Text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ochki.ToString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Pb[i0, j0].Tag = -1;</a:t>
            </a: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Pb[i1, j1].Tag = -1;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68214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3C9FB-7B30-46E8-ADC4-58A04A20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Парные картинки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DAEB8BE-C8A8-4723-8C1C-6A1FC1B40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42660415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1738</Words>
  <Application>Microsoft Office PowerPoint</Application>
  <PresentationFormat>Широкоэкранный</PresentationFormat>
  <Paragraphs>214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Times New Roman</vt:lpstr>
      <vt:lpstr>Times New Roman,Bold</vt:lpstr>
      <vt:lpstr>Тема Office</vt:lpstr>
      <vt:lpstr>Windows приложения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  <vt:lpstr>Парные картинки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6</cp:revision>
  <dcterms:created xsi:type="dcterms:W3CDTF">2021-01-30T06:22:03Z</dcterms:created>
  <dcterms:modified xsi:type="dcterms:W3CDTF">2021-04-06T00:39:41Z</dcterms:modified>
</cp:coreProperties>
</file>