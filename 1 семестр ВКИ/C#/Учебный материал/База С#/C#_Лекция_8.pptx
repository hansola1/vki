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CC1D9F-17DD-4E65-B5BA-84CC96383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0449784-705B-450B-947B-24432A14B5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88D17E-FA12-4EE3-A964-E11D39806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536D-F0BD-4F4A-A5AD-4E8638341743}" type="datetimeFigureOut">
              <a:rPr lang="ru-RU" smtClean="0"/>
              <a:t>24.04.2021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25FD4B-8BFE-45FC-976C-26346BC47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046227-A5D7-45CB-ACFE-64EA0AE22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F066C-DA32-471A-BB2E-CDD0E3A759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955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80E8A-7637-4DE1-B624-185E03455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4467E1-C871-4DE2-AFDA-F07151954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8DC3F6-BBF1-4E03-BF8D-1BD001081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536D-F0BD-4F4A-A5AD-4E8638341743}" type="datetimeFigureOut">
              <a:rPr lang="ru-RU" smtClean="0"/>
              <a:t>24.04.2021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01B517-851F-4C5F-8C56-153E08FEF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348BDD-A9CC-4091-9398-A9CAFA549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F066C-DA32-471A-BB2E-CDD0E3A759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262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9F90D-E82A-4A2E-922A-8F44C92F7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A310730-B30F-4745-9C5F-D4EB94642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E2FF8F-9D38-4568-B34E-4F129BC8B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536D-F0BD-4F4A-A5AD-4E8638341743}" type="datetimeFigureOut">
              <a:rPr lang="ru-RU" smtClean="0"/>
              <a:t>24.04.2021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990331-E801-4BBE-B7C4-6187B653E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2AEB84-3AE1-4005-B030-42DBFE964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F066C-DA32-471A-BB2E-CDD0E3A759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293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71624-B138-4DF6-8C91-F1BD5E90E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A546FC-530E-413E-9F12-EB28CDC11C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3681DB3-7E80-4A5A-9B66-2A5B81D72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C5B08EE-1048-4F61-8094-4FA3F406C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536D-F0BD-4F4A-A5AD-4E8638341743}" type="datetimeFigureOut">
              <a:rPr lang="ru-RU" smtClean="0"/>
              <a:t>24.04.2021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E2E102-55F6-477B-A642-6A6F30BBC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AAFA97C-CFAD-458A-8F11-32E8B0C7C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F066C-DA32-471A-BB2E-CDD0E3A759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7307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57FD6D-3051-4AD8-8B80-E31296BF1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0717C5-6969-4376-804F-B605AC186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43B78A3-04D1-415E-A140-D2E20E737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F6DA7AA-B818-4FCD-84ED-5FFC9BFD57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1EE5D95-7660-42C0-BABD-ABBEE48B5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301D7C6-3B46-4866-94F1-CD6B3813F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536D-F0BD-4F4A-A5AD-4E8638341743}" type="datetimeFigureOut">
              <a:rPr lang="ru-RU" smtClean="0"/>
              <a:t>24.04.2021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A04FF39-CDED-4768-A4DD-071479F13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815F2DD-6A37-4444-92AC-52E8BFB08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F066C-DA32-471A-BB2E-CDD0E3A759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8243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917B3F-5572-4F2B-AC33-197E3BA3A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A87CEAB-5D3D-4404-9E06-5F8E5E592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536D-F0BD-4F4A-A5AD-4E8638341743}" type="datetimeFigureOut">
              <a:rPr lang="ru-RU" smtClean="0"/>
              <a:t>24.04.2021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51FD090-E56E-4E55-886A-3C940EEBD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BEDBB93-D55C-413E-994B-7190DBF15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F066C-DA32-471A-BB2E-CDD0E3A759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4755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B9D7F9B-FF70-4F09-AF12-E8F79DC2A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536D-F0BD-4F4A-A5AD-4E8638341743}" type="datetimeFigureOut">
              <a:rPr lang="ru-RU" smtClean="0"/>
              <a:t>24.04.2021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FF131E0-E5FF-4FAD-BEB9-6F1D19CD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AD5E25D-308C-40B0-8C9D-9788D85B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F066C-DA32-471A-BB2E-CDD0E3A759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3576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AE4789-3FC4-4E6B-B878-5051CBF29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DE54B8-45BF-4D9B-81B8-076FABEB9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D6EF91-BE71-4D52-8DEE-146D42BBA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C80D0F4-B52D-4FAC-9F78-A9E29B142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536D-F0BD-4F4A-A5AD-4E8638341743}" type="datetimeFigureOut">
              <a:rPr lang="ru-RU" smtClean="0"/>
              <a:t>24.04.2021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4BB1427-7FBF-435E-985C-DD05438B1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84B45AF-2850-4DB2-9FD6-4AFE02A95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F066C-DA32-471A-BB2E-CDD0E3A759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3748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3AE9CF-C462-48C1-BB71-C3D03D521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29E14B-F7ED-40FB-8417-29E8CBD7FA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4E061DE-DC42-4521-83AF-F96122974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8E48AC-3B21-437F-8254-CEBBFE27D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536D-F0BD-4F4A-A5AD-4E8638341743}" type="datetimeFigureOut">
              <a:rPr lang="ru-RU" smtClean="0"/>
              <a:t>24.04.2021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DE43C7A-FB04-42AF-B9F8-2DF7701A7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76CC13-A808-4DC4-9922-F8098AE69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F066C-DA32-471A-BB2E-CDD0E3A759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4664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53038E-2F3E-4074-8E5A-7690AEFE1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DE34D80-9AC7-45A3-9EFE-C5340F045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220612-A8E5-465E-9DD9-1838691A2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536D-F0BD-4F4A-A5AD-4E8638341743}" type="datetimeFigureOut">
              <a:rPr lang="ru-RU" smtClean="0"/>
              <a:t>24.04.2021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AA3D4E-CFC4-4529-94F5-241D2DC7D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42B8-B9F4-4EFF-9784-8188054BD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F066C-DA32-471A-BB2E-CDD0E3A759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2423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E299B66-E469-4031-AE40-531EBFF0E0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EE3077B-EDA2-460E-97B9-E459467846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83DAB4-4EF8-47FB-9C76-A8B66C801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536D-F0BD-4F4A-A5AD-4E8638341743}" type="datetimeFigureOut">
              <a:rPr lang="ru-RU" smtClean="0"/>
              <a:t>24.04.2021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0DA42C-D8F9-403E-986B-D1D57D46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D880FB-9B57-4DC0-A697-8CF72A76A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F066C-DA32-471A-BB2E-CDD0E3A759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8227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064370-E161-48E7-AF55-B8B6F5089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99BDA86-3B64-47A0-BD8D-362C0EF02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5CEC1F-C1F6-4FAD-8098-26F4EC410B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0536D-F0BD-4F4A-A5AD-4E8638341743}" type="datetimeFigureOut">
              <a:rPr lang="ru-RU" smtClean="0"/>
              <a:t>24.04.2021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59912-3EF6-42E4-994E-EEE4A734AB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4A72C9-70A4-4CAB-B1DC-D50E33019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F066C-DA32-471A-BB2E-CDD0E3A759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3559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E744-C7FF-44BF-8804-F4F35A9688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Программирование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AE26C0D-5102-4478-9344-89C518A3D3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3600" dirty="0">
                <a:solidFill>
                  <a:srgbClr val="00B050"/>
                </a:solidFill>
              </a:rPr>
              <a:t>на языке </a:t>
            </a:r>
            <a:r>
              <a:rPr lang="en-US" sz="3600" dirty="0">
                <a:solidFill>
                  <a:srgbClr val="00B050"/>
                </a:solidFill>
              </a:rPr>
              <a:t>C#</a:t>
            </a:r>
          </a:p>
          <a:p>
            <a:r>
              <a:rPr lang="ru-RU" sz="3600" dirty="0">
                <a:solidFill>
                  <a:srgbClr val="00B050"/>
                </a:solidFill>
              </a:rPr>
              <a:t>Лекция 8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8791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A6919-5D50-44AB-99D3-46F941CC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Работа с текстовыми файлами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BD59E-64F3-4CC0-A6A4-ADCE77CE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/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Все программные блоки (классы) для работы с файлами хранятся в пространстве имен System.IO. Его вызов необходимо поместить в начале программы, после чего оно будет выглядеть следующим образом:</a:t>
            </a:r>
          </a:p>
          <a:p>
            <a:pPr indent="450215" algn="just"/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/>
            <a:r>
              <a:rPr lang="en-US" sz="3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3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System;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3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3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System.IO;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6228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A6919-5D50-44AB-99D3-46F941CC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Работа с текстовыми файлами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BD59E-64F3-4CC0-A6A4-ADCE77CE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работы с текстовыми файлами в System.IO определены следующие классы (блоки программ):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StreamReader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StreamWriter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записи в текстовый файл используется класс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StreamWriter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Ниже приведены некоторые из его конструкций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StreamWriter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path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: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через параметр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path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передается путь к файлу, который будет связан с потоком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StreamWriter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path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bool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append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: параметр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append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указывает, надо ли добавлять в конец файла данные или же перезаписывать файл. Если равно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true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, то новые данные добавляются в конец файла. Если равно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false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, то файл перезаписывается заново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StreamWriter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path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bool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append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System.Text.Encoding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encoding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: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параметр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encoding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указывает на кодировку, которая будет применяться при записи</a:t>
            </a: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151671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A6919-5D50-44AB-99D3-46F941CC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Работа с текстовыми файлами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BD59E-64F3-4CC0-A6A4-ADCE77CE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Для работы с </a:t>
            </a:r>
            <a:r>
              <a:rPr kumimoji="0" lang="ru-RU" altLang="ru-RU" sz="2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StreamWriter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используются следующие функции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Close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: закрывает записываемый файл и освобождает все ресурсы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void Write(string value)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: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записывает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в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файл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данные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простейших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типов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,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как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int, double, char, string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и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т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.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д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.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Например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, 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Write(char value)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, 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Write(int value)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, 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Write(double value)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и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т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.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д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void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WriteLine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value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: также записывает данные, только после записи добавляет в файл символ окончания строки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429008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A6919-5D50-44AB-99D3-46F941CC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Работа с текстовыми файлами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BD59E-64F3-4CC0-A6A4-ADCE77CE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Приведем пример записи данных в файл.</a:t>
            </a: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System;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System.IO;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Text_first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Program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039380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A6919-5D50-44AB-99D3-46F941CC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Работа с текстовыми файлами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BD59E-64F3-4CC0-A6A4-ADCE77CE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writePath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ru-RU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@"</a:t>
            </a:r>
            <a:r>
              <a:rPr lang="en-U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</a:t>
            </a:r>
            <a:r>
              <a:rPr lang="ru-RU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:\</a:t>
            </a:r>
            <a:r>
              <a:rPr lang="en-U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</a:t>
            </a:r>
            <a:r>
              <a:rPr lang="ru-RU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#\</a:t>
            </a:r>
            <a:r>
              <a:rPr lang="en-U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</a:t>
            </a:r>
            <a:r>
              <a:rPr lang="ru-RU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_</a:t>
            </a:r>
            <a:r>
              <a:rPr lang="en-U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text</a:t>
            </a:r>
            <a:r>
              <a:rPr lang="ru-RU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\</a:t>
            </a:r>
            <a:r>
              <a:rPr lang="en-US" sz="180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hta</a:t>
            </a:r>
            <a:r>
              <a:rPr lang="ru-RU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txt</a:t>
            </a:r>
            <a:r>
              <a:rPr lang="ru-RU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ru-RU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//Путь к создаваемому файлу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text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"Привет мир!\</a:t>
            </a:r>
            <a:r>
              <a:rPr lang="ru-RU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nПока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мир..."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try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302558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A6919-5D50-44AB-99D3-46F941CC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Работа с текстовыми файлами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BD59E-64F3-4CC0-A6A4-ADCE77CE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StreamWriter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StreamWriter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writePath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System.Text.Encoding.Default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sw.WriteLine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(text);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992649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A6919-5D50-44AB-99D3-46F941CC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Работа с текстовыми файлами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BD59E-64F3-4CC0-A6A4-ADCE77CE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StreamWriter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StreamWriter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writePath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System.Text.Encoding.Default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sw.WriteLine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Дозапись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sw.Write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(4.5);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Запись выполнена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117769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A6919-5D50-44AB-99D3-46F941CC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Работа с текстовыми файлами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BD59E-64F3-4CC0-A6A4-ADCE77CE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catch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(Exception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e.Message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945244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A6919-5D50-44AB-99D3-46F941CC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Работа с текстовыми файлами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BD59E-64F3-4CC0-A6A4-ADCE77CE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И при чтении, и при записи мы будем использовать оператор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using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. Не надо путать данный оператор с директивой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using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, которая подключает пространства имен в начале файла кода. Оператор 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using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работает следующим образом: вначале код в круглых скобках создает поток записи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StreamWriter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присваивает ему имя (в данном случае –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sw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).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Затем выполняется код в фигурных скобках. Когда он выполнен, программа удаляет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StreamWriter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и (что важно!) закрывает файл записи. С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StreamReader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using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работает аналогичным образом.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471560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A6919-5D50-44AB-99D3-46F941CC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Работа с текстовыми файлами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BD59E-64F3-4CC0-A6A4-ADCE77CE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результате в консоли появится сообщение: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Запись выполнена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 в папке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My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_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мы найдем следующий файл: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2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887EA20-118C-4A6D-B88C-1F4436F70B6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840448" y="3836221"/>
            <a:ext cx="2342037" cy="234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060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A6919-5D50-44AB-99D3-46F941CC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Работа с текстовыми файлами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BD59E-64F3-4CC0-A6A4-ADCE77CE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ts val="1560"/>
              </a:lnSpc>
            </a:pPr>
            <a:r>
              <a:rPr lang="ru-RU" sz="20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StreamReader</a:t>
            </a:r>
            <a:r>
              <a:rPr lang="ru-RU" sz="20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позволяет нам легко считывать весь текст или отдельные строки из текстового файла.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560"/>
              </a:lnSpc>
            </a:pP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Некоторые из конструкций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StreamReader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>
              <a:lnSpc>
                <a:spcPts val="1560"/>
              </a:lnSpc>
            </a:pP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StreamReader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path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: через параметр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path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передается путь к считываемому файлу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StreamReader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path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System.Text.Encoding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encoding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: параметр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encoding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задает кодировку для чтения файла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ts val="1560"/>
              </a:lnSpc>
            </a:pP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560"/>
              </a:lnSpc>
            </a:pP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072158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A6919-5D50-44AB-99D3-46F941CC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Работа с текстовыми файлами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BD59E-64F3-4CC0-A6A4-ADCE77CE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void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Close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: закрывает считываемый файл и освобождает все ресурсы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Peek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: возвращает следующий доступный символ, если символов больше нет, то возвращает -1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Read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: считывает и возвращает следующий символ в численном представлении. Имеет версию: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Read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char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[]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array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index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count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, где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array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- массив, куда считываются символы,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index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индекс в массиве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array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, начиная с которого записываются считываемые символы, и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count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максимальное количество считываемых символов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  <a:sym typeface="Symbol" panose="05050102010706020507" pitchFamily="18" charset="2"/>
              </a:rPr>
              <a:t>string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  <a:sym typeface="Symbol" panose="05050102010706020507" pitchFamily="18" charset="2"/>
              </a:rPr>
              <a:t>ReadLine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  <a:sym typeface="Symbol" panose="05050102010706020507" pitchFamily="18" charset="2"/>
              </a:rPr>
              <a:t>()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sym typeface="Symbol" panose="05050102010706020507" pitchFamily="18" charset="2"/>
              </a:rPr>
              <a:t>: считывает одну строку в файле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  <a:sym typeface="Symbol" panose="05050102010706020507" pitchFamily="18" charset="2"/>
              </a:rPr>
              <a:t>string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  <a:sym typeface="Symbol" panose="05050102010706020507" pitchFamily="18" charset="2"/>
              </a:rPr>
              <a:t>ReadToEnd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  <a:sym typeface="Symbol" panose="05050102010706020507" pitchFamily="18" charset="2"/>
              </a:rPr>
              <a:t>()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sym typeface="Symbol" panose="05050102010706020507" pitchFamily="18" charset="2"/>
              </a:rPr>
              <a:t>: считывает весь текст из файла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ts val="1560"/>
              </a:lnSpc>
            </a:pP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894189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A6919-5D50-44AB-99D3-46F941CC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Работа с текстовыми файлами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BD59E-64F3-4CC0-A6A4-ADCE77CE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156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Считаем текст из созданного в предыдущем примере файла и выведем его в консольное окно:</a:t>
            </a: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System;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System.IO;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Text_first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Program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path = </a:t>
            </a:r>
            <a:r>
              <a:rPr lang="en-U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@"D:\C#\My_text\hta.txt"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/*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560"/>
              </a:lnSpc>
            </a:pP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913196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A6919-5D50-44AB-99D3-46F941CC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Работа с текстовыми файлами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BD59E-64F3-4CC0-A6A4-ADCE77CE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49580" indent="635"/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try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StreamReader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StreamReader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(path))</a:t>
            </a:r>
            <a:r>
              <a:rPr lang="en-US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Создаем</a:t>
            </a:r>
            <a:r>
              <a:rPr lang="en-US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B05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StreamReader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sr.ReadToEnd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());//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Читаем и выводим весь файл целиком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}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881689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A6919-5D50-44AB-99D3-46F941CC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Работа с текстовыми файлами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BD59E-64F3-4CC0-A6A4-ADCE77CE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catch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(Exception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e.Message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Console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ReadLine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74509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A6919-5D50-44AB-99D3-46F941CC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Работа с текстовыми файлами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BD59E-64F3-4CC0-A6A4-ADCE77CE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результате в консольном окне мы видим весь текст файла </a:t>
            </a:r>
            <a:r>
              <a:rPr lang="en-US" sz="18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hta</a:t>
            </a:r>
            <a:r>
              <a:rPr lang="ru-RU" sz="18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txt</a:t>
            </a:r>
            <a:r>
              <a:rPr lang="ru-RU" sz="18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Привет мир!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Пока мир...</a:t>
            </a:r>
          </a:p>
          <a:p>
            <a:pPr indent="450215" algn="just"/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Дозапись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4,5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446567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A6919-5D50-44AB-99D3-46F941CC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Работа с текстовыми файлами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BD59E-64F3-4CC0-A6A4-ADCE77CE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качестве примера рассмотрим код создания и записи массива целых чисел в файл и код чтения массива из файла и сохранение его в списке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Запись массива в текстовый файл.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System;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System.IO;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Text_second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Program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59425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A6919-5D50-44AB-99D3-46F941CC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Работа с текстовыми файлами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BD59E-64F3-4CC0-A6A4-ADCE77CE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Random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Random();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writePath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@"D:\C#\My_text\mass.txt"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[10];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//Создаем и заполняем массив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10;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rnd.Next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(10);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3926032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A6919-5D50-44AB-99D3-46F941CC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Работа с текстовыми файлами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BD59E-64F3-4CC0-A6A4-ADCE77CE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try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StreamWriter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StreamWriter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writePath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System.Text.Encoding.Default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10;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sw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]);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//Построчно записываем массив в файл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Запись выполнена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003412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A6919-5D50-44AB-99D3-46F941CC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Работа с текстовыми файлами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BD59E-64F3-4CC0-A6A4-ADCE77CE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catch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(Exception e)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e.Message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256528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A6919-5D50-44AB-99D3-46F941CC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Работа с текстовыми файлами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BD59E-64F3-4CC0-A6A4-ADCE77CE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 консоли мы увидим сообщение: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Запись выполнена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Созданный файл выглядит следующим образом: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0786F21-075B-4F1B-9DC4-5E88F39F84C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877593" y="3816991"/>
            <a:ext cx="2060102" cy="211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6364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A6919-5D50-44AB-99D3-46F941CC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Работа с текстовыми файлами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BD59E-64F3-4CC0-A6A4-ADCE77CE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Чтение массива из текстового файла и сохранение его в списке.</a:t>
            </a: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System;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System.IO;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System.Collections.Generic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Text_three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Program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305312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A6919-5D50-44AB-99D3-46F941CC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Работа с текстовыми файлами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BD59E-64F3-4CC0-A6A4-ADCE77CE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path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ru-RU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@"D:\C#\My_text\mass.txt"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//Адрес текстового файла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List&lt;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 numbers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List&lt;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&gt;() 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Создаем список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0891234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A6919-5D50-44AB-99D3-46F941CC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Работа с текстовыми файлами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BD59E-64F3-4CC0-A6A4-ADCE77CE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try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StreamReader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StreamReader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(path))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Создаем в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using </a:t>
            </a:r>
            <a:r>
              <a:rPr lang="en-US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StreamReader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для чтения файла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line;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k;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line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sr.ReadLine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Чтение файла по строкам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5291528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A6919-5D50-44AB-99D3-46F941CC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Работа с текстовыми файлами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BD59E-64F3-4CC0-A6A4-ADCE77CE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while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(line !=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k= Convert.ToInt32(line);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Преобразуем строки в целые числа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numbers.Add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(k);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//Сохраняем числа в списке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line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sr.ReadLine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7186442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A6919-5D50-44AB-99D3-46F941CC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Работа с текстовыми файлами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BD59E-64F3-4CC0-A6A4-ADCE77CE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catch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(Exception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e.Message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numbers.Count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(numbers[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 +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Выводим список в консоль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6725698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A6919-5D50-44AB-99D3-46F941CC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Работа с текстовыми файлами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BD59E-64F3-4CC0-A6A4-ADCE77CEF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Результат: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0 6 5 5 1 8 9 6 3 7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 консольном окне отображен список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numbers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1616082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A6919-5D50-44AB-99D3-46F941CC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До следующей лекции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82308FD-F83E-4410-A5BF-BFABEFA32D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919538" y="2551112"/>
            <a:ext cx="4352925" cy="2901950"/>
          </a:xfrm>
        </p:spPr>
      </p:pic>
    </p:spTree>
    <p:extLst>
      <p:ext uri="{BB962C8B-B14F-4D97-AF65-F5344CB8AC3E}">
        <p14:creationId xmlns:p14="http://schemas.microsoft.com/office/powerpoint/2010/main" val="3180602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1458</Words>
  <Application>Microsoft Office PowerPoint</Application>
  <PresentationFormat>Широкоэкранный</PresentationFormat>
  <Paragraphs>213</Paragraphs>
  <Slides>29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7" baseType="lpstr">
      <vt:lpstr>Arial</vt:lpstr>
      <vt:lpstr>Arial Unicode MS</vt:lpstr>
      <vt:lpstr>Calibri</vt:lpstr>
      <vt:lpstr>Calibri Light</vt:lpstr>
      <vt:lpstr>Consolas</vt:lpstr>
      <vt:lpstr>Times New Roman</vt:lpstr>
      <vt:lpstr>Verdana</vt:lpstr>
      <vt:lpstr>Тема Office</vt:lpstr>
      <vt:lpstr>Программирование</vt:lpstr>
      <vt:lpstr>Работа с текстовыми файлами</vt:lpstr>
      <vt:lpstr>Работа с текстовыми файлами</vt:lpstr>
      <vt:lpstr>Работа с текстовыми файлами</vt:lpstr>
      <vt:lpstr>Работа с текстовыми файлами</vt:lpstr>
      <vt:lpstr>Работа с текстовыми файлами</vt:lpstr>
      <vt:lpstr>Работа с текстовыми файлами</vt:lpstr>
      <vt:lpstr>Работа с текстовыми файлами</vt:lpstr>
      <vt:lpstr>Работа с текстовыми файлами</vt:lpstr>
      <vt:lpstr>Работа с текстовыми файлами</vt:lpstr>
      <vt:lpstr>Работа с текстовыми файлами</vt:lpstr>
      <vt:lpstr>Работа с текстовыми файлами</vt:lpstr>
      <vt:lpstr>Работа с текстовыми файлами</vt:lpstr>
      <vt:lpstr>Работа с текстовыми файлами</vt:lpstr>
      <vt:lpstr>Работа с текстовыми файлами</vt:lpstr>
      <vt:lpstr>Работа с текстовыми файлами</vt:lpstr>
      <vt:lpstr>Работа с текстовыми файлами</vt:lpstr>
      <vt:lpstr>Работа с текстовыми файлами</vt:lpstr>
      <vt:lpstr>Работа с текстовыми файлами</vt:lpstr>
      <vt:lpstr>Работа с текстовыми файлами</vt:lpstr>
      <vt:lpstr>Работа с текстовыми файлами</vt:lpstr>
      <vt:lpstr>Работа с текстовыми файлами</vt:lpstr>
      <vt:lpstr>Работа с текстовыми файлами</vt:lpstr>
      <vt:lpstr>Работа с текстовыми файлами</vt:lpstr>
      <vt:lpstr>Работа с текстовыми файлами</vt:lpstr>
      <vt:lpstr>Работа с текстовыми файлами</vt:lpstr>
      <vt:lpstr>Работа с текстовыми файлами</vt:lpstr>
      <vt:lpstr>Работа с текстовыми файлами</vt:lpstr>
      <vt:lpstr>До следующей лекции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Программирование</dc:title>
  <dc:creator>Леонид Попов</dc:creator>
  <cp:lastModifiedBy>Леонид Попов</cp:lastModifiedBy>
  <cp:revision>6</cp:revision>
  <dcterms:created xsi:type="dcterms:W3CDTF">2021-01-31T04:06:31Z</dcterms:created>
  <dcterms:modified xsi:type="dcterms:W3CDTF">2021-04-24T10:31:05Z</dcterms:modified>
</cp:coreProperties>
</file>