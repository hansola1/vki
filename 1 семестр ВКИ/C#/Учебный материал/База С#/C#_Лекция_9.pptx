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768A1-7EC6-433C-A369-59F6479D9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35D5E5-7EBF-468A-9B0F-C8D52C527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D10D2D-1F8C-43C6-90D9-2837FD452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44EC79-DB5A-482F-8469-BC70FE86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DD7E47-2F99-45F8-973E-A77BE2B9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AE9A67-F51B-4B21-94DA-F02BE35E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928C80-06E1-4471-8035-1351B5795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0EE19C-941B-471E-8FED-ED0032F53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78BFD0-E174-42F5-9A6D-732CAF4C0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C963CB-DA84-48A8-A54E-B7D970890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955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3A1373-7A96-452B-9260-0751BF61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840DBF-3D80-4F97-8350-E220EEBBA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A54B42-B2F7-4E7E-AF66-FA0749ADF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C95129-D00E-401C-AE29-704273B89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36DA67-47B9-48EB-B079-60BE5F6E5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10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6AAF3-E90C-41B6-AD3D-06A1C43C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359B4F-69EE-4C18-8EA2-1608A6656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0E73E5-F24B-48AF-B858-F03C22653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C0E565-1215-47FD-A475-96AFE540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F69A5B-7742-4C92-9644-A16FF9FE8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DEBAED-4A55-4BB0-BEE3-C560F0116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267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0374B-7BB2-450D-BAFD-4FFB29C1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55DAD9-5A8F-4602-94C9-0708F785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F59ECD-1826-4F6A-98DD-0C14268EB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BC45BB-93D9-4A96-9691-73C0786B1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D9135D6-3733-438F-AC93-8229E3741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60C0E6-0BCF-4A5D-98C8-4E791E8B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A61687-279D-4F1F-B3F4-B3FEA550B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D1DA21D-C5B7-46E9-B83B-CAA39B15E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895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F60805-A340-471A-A9A8-A54DBE74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8803628-5FAA-4F90-B301-7555656E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20DFB3-7CE6-49C3-9616-8AFF43FCE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C1A0990-3314-435F-B36D-B468960CD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227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2DB10C1-A483-4371-9F88-C49EF51C0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3254AE5-0C59-4AE1-B5DC-5B52F7F7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BE78D-96B4-44B1-A55C-3F1664E0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106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92025-735A-40AE-A4CE-81F4C8441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F52499-0F48-45BF-84AC-84D07FD83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87CBEA-07A4-421F-BB30-FA8666D25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1CCFAE-F8BD-4D81-B131-3BD015AFD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CCA003-08AE-4F8F-A153-0C2145F3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DF1305-979C-4FEA-A061-8CFBCA403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217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E7733B-EC42-4308-9C07-152E45B27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CF324E6-450D-4433-BF5B-CE9055EF1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3118DD2-E6CA-4536-BFEB-4869E24A1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ABA7F7-519A-4BF9-908E-134E02901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5C8783-DA2D-460A-97D0-2E60773CA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B7B12D-F15D-4992-AF01-27BF7CC44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52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5FEDF3-0AA5-40DA-B017-A6D9612D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C5156A-49DA-400E-B44C-8C4745A18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F3827D-AF07-4E89-9A1C-099959B60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4948F7-D950-4598-AD0B-76A71D2F8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7D41A3-E5AF-41BF-8090-A4A52863D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75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953AC15-38EF-4748-8C4A-18E6555DBF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B00485-0E2F-4055-88B5-F786B4DFE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2943B3-9F60-460C-93F2-12CB28FC5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DBEEBF-C4BD-4769-9CE0-982ED3E9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4671A5-7299-4575-BD81-C8E55CEA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203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5EB003-9A79-4856-8346-1F0E30CEC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82DA22-7D9A-421C-BE0B-1EDF9C5AE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E9CB0F-243B-471C-830D-19760A969F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A9B6A-1B91-4DD9-AA85-5D44C04B8586}" type="datetimeFigureOut">
              <a:rPr lang="ru-RU" smtClean="0"/>
              <a:t>22.05.2021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674550-B5B5-407A-A6DB-DBB376E6E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AA9D75-0170-4A13-9455-78597E68B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13DBF-1B26-4151-A0AE-DE2E7EEB1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36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DD9DB-F0D1-46E7-AA85-46DB5BBEC6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rgbClr val="FF0000"/>
                </a:solidFill>
              </a:rPr>
              <a:t>Программирование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8931F1-A53D-48D9-B1EA-DED06538A8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3600" dirty="0">
                <a:solidFill>
                  <a:srgbClr val="00B050"/>
                </a:solidFill>
              </a:rPr>
              <a:t>на языке </a:t>
            </a:r>
            <a:r>
              <a:rPr lang="en-US" sz="3600" dirty="0">
                <a:solidFill>
                  <a:srgbClr val="00B050"/>
                </a:solidFill>
              </a:rPr>
              <a:t>C#</a:t>
            </a:r>
          </a:p>
          <a:p>
            <a:r>
              <a:rPr lang="ru-RU" sz="3600" dirty="0">
                <a:solidFill>
                  <a:srgbClr val="00B050"/>
                </a:solidFill>
              </a:rPr>
              <a:t>Лекция 9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1418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Перед программистом может быть поставлена задача хранения данных разного типа об одном объекте. Например: данные о человеке: имя (строка), возраст (целое число) и вес (вещественное число). Или данные о товарах в магазине: наименование, количество, цена. Для группирования и использования таких данных в языках программирования предусмотрены особые, создаваемые программистом типы данных, - структуры. Есть они и в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#. Заметим, что в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структуры могут содержать не только данные, но и методы. Поскольку это их свойство принадлежит уже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объектно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ориентированному программированию, мы на данном этапе обучения оставим его без внимания. Но знакомство со структурами даже в таком усеченном виде облегчит в будущем освоение студентами ООП.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7444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Создадим структуру, в которой будут храниться сведения о государстве: название государства, его столица, его площадь и население (миллионов человек). Структуру принято описывать за пределами класса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Например, так: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открытое свойство, т.е. свойство доступное для внешних объектов, видимое извне. Если делаем свойство типа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тогда можно к нему обращаться так: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54038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name;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capital;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area;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people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68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Создадим структуру, в которой будут храниться сведения о государстве: название государства, его столица, его площадь и население (миллионов человек). Структуру принято описывать за пределами класса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Program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Например, так: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открытое свойство, т.е. свойство доступное для внешних объектов, видимое из вне. Если делаем свойство типа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тогда можно к нему обращаться так: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540385"/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name;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capital;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area;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people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5044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Данные в структуре (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capital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area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people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называют полями структуры. Слово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public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означает, что поля структуры являются открытыми, т.е. доступными для внешних объектов, видимыми из вне. Используем эту структуру в программе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78118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 со структурой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Struct_first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name;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capital;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area;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people;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9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State[] states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State[2];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массив структур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[0].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"Германия"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//Поскольку поля структуры объявлены как </a:t>
            </a:r>
            <a:r>
              <a:rPr lang="ru-RU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обращаться к ним можно точечной нотацией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states[0].capital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Берлин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states[0].area = 357168;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states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[0].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people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80.8;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42515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страну"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//Второй элемент массива зададим с клавиатуры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states[1].name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Введите столицу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states[1].capital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Введите площадь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целое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states[1].area= Convert.ToInt32(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"Введите население (вещественное)"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states[1].people=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Convert.ToDouble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ru-RU" sz="1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i=0;i&lt;2;i++)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//Выводим массив структур в консоль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Страна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{states[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].name}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Столица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{states[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].capital}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Площадь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{states[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].area}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Население 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{states[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].people}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Console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ReadLine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08121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 работы программы: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Страна Германия Столица Берлин Площадь 357168 Население 80,8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Страна Франция Столица Париж Площадь 640679 Население 64,7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5093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хранения структур, содержащих данные разных типов, используют двоичные (бинарные) файлы, в которых вся информация записана в двоичном (0 и 1) коде. </a:t>
            </a: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работы с бинарными файлами предназначена пара классов </a:t>
            </a:r>
            <a:r>
              <a:rPr lang="ru-RU" sz="3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BinaryWriter</a:t>
            </a: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sz="3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BinaryReader</a:t>
            </a:r>
            <a:r>
              <a:rPr lang="ru-RU" sz="3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2530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В конструкции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BinaryWriter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BinaryReader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передаются параметр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File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Open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, осуществляющий открытие файла записи или чтения. </a:t>
            </a:r>
          </a:p>
          <a:p>
            <a:pPr indent="0" algn="just">
              <a:buNone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В свою очередь 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File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</a:t>
            </a: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Open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принимает два параметра: путь к файлу и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перечисление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FileMode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. </a:t>
            </a:r>
          </a:p>
          <a:p>
            <a:pPr indent="0" algn="just">
              <a:buNone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Данное перечисление указывает на режим доступа к файлу и может принимать следующие значения: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70436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Append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если файл существует, то текст добавляется в конец файл. Если файла нет, то он создается. Файл открывается только для записи.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создается новый файл. Если такой файл уже существует, то он перезаписывается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CreateNew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создается новый файл. Если такой файл уже существует, то он приложение выбрасывает ошибку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открывает файл. Если файл не существует, выбрасывается исключение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OpenOrCreate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если файл существует, он открывается, если нет - создается новый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Truncate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если файл существует, то он перезаписывается. Файл открывается только для записи.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322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1079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В итоге синтаксис создания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BinaryWriter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 и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BinaryReader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выглядит следующим образом</a:t>
            </a:r>
            <a:r>
              <a:rPr kumimoji="0" lang="ru-RU" altLang="ru-RU" sz="3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342900" marR="0" lvl="0" indent="1079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107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string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path= 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@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"C:\SomeDir\states.dat"</a:t>
            </a:r>
            <a:r>
              <a:rPr kumimoji="0" lang="en-US" altLang="ru-RU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;</a:t>
            </a: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marR="0" lvl="0" indent="107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107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BinaryWriter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writer =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BinaryWriter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File.Open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(path,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FileMode.OpenOrCreate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107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BinaryReader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reader = 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new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BinaryReader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File.Open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(path, </a:t>
            </a:r>
            <a:r>
              <a:rPr kumimoji="0" lang="en-US" altLang="ru-RU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FileMode.Open</a:t>
            </a:r>
            <a:r>
              <a:rPr kumimoji="0" lang="en-US" altLang="ru-RU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))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marR="0" lvl="0" indent="107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1079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Так же, как и при работе с текстовыми файлами при работе с бинарными файлами мы будем использовать оператор </a:t>
            </a:r>
            <a:r>
              <a:rPr kumimoji="0" lang="en-US" altLang="ru-RU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using </a:t>
            </a:r>
            <a:endParaRPr kumimoji="0" lang="en-US" altLang="ru-RU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638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методы класса </a:t>
            </a:r>
            <a:r>
              <a:rPr lang="ru-RU" sz="3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BinaryWriter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Close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закрывает поток и освобождает ресурсы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Seek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устанавливает позицию в потоке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32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</a:t>
            </a:r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записывает данные в поток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36106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Close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закрывает поток и освобождает ресурсы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ReadBoolean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значение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bool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ReadByte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один байт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ReadChar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значение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char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ReadDecimal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значение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decimal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ReadDouble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значение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ReadInt16()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значение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short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ReadInt32()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значение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ReadInt64()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значение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long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ReadSingle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значение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float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ReadString</a:t>
            </a:r>
            <a:r>
              <a:rPr lang="ru-R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</a:t>
            </a:r>
            <a:r>
              <a:rPr lang="ru-R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считывает значение </a:t>
            </a:r>
            <a:r>
              <a:rPr lang="ru-RU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string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73440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Перейдем к примеру. Создадим массив структур с данными о стране, запишем его в файл и затем прочитаем эту информацию из файла и выведем на консоль.</a:t>
            </a: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System.IO;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Struct_second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struct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State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name;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capital;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area;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people;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53168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Program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[]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args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State[] states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State[2];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массив структур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states[0].name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Германия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states[0].capital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Берлин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states[0].area = 357168;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states[0].people = 80.8;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states[1].name =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Франция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states[1].capital = 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Париж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states[1].area = 640679;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states[1].people =64.7;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path = </a:t>
            </a:r>
            <a:r>
              <a:rPr lang="en-US" sz="1800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@"D:\C#\My_text\strana.dat"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427575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try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объект</a:t>
            </a:r>
            <a:r>
              <a:rPr lang="en-US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BinaryWriter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BinaryWriter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writer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BinaryWriter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File.Open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(path,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FileMode.OpenOrCreate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записываем в файл значение каждого поля структуры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foreach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(State s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states)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writer.Write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(s.name);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writer.Write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s.capital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writer.Write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s.area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writer.Write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s.people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56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65337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BinaryReader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reader =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BinaryReader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File.Open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(path,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FileMode.Open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пока не достигнут конец файла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ru-RU" sz="1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считываем каждое значение из файла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reader.PeekChar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 &gt; -1)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name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reader.ReadString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capital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reader.ReadString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area = reader.ReadInt32();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population =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reader.ReadDouble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Страна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{0} 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столица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{1} 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площадь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{2}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кв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км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численность населения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{3}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млн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 </a:t>
            </a:r>
            <a:r>
              <a:rPr lang="ru-RU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чел</a:t>
            </a:r>
            <a:r>
              <a:rPr lang="en-US" sz="1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."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name, capital, area, population);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03653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catch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(Exception e)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Console.WriteLine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e.Message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Console.ReadLine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276336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Результатом работы программы является файл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strana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вывод в консольное окно текста: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Страна: Германия столица: Берлин  площадь 357168 кв. км   численность населения: 80,8 млн. чел.</a:t>
            </a:r>
          </a:p>
          <a:p>
            <a:pPr indent="450215"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Страна: Франция столица: Париж  площадь 640679 кв. км   численность населения: 64,7 млн. чел.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8021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Итак, у нас есть структура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с некоторым набором полей. В основной программе создаем массив структур и записываем с помощью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BinaryWriter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Этот класс в качестве параметра в конструкторе принимает объект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Stream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создается вызовом 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File.Open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path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FileMode.OpenOrCreate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indent="450215" algn="just">
              <a:lnSpc>
                <a:spcPts val="1560"/>
              </a:lnSpc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Затем в цикле пробегаемся по массиву структур и записываем каждое поле структуры в поток. В том порядке, в каком эти значения полей записываются, в том порядке они и будут размещаться в файле.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ts val="1560"/>
              </a:lnSpc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Затем считываем из записанного файла. Конструктор класса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BinaryReader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также в качестве параметра принимает объект потока, только в данном случае устанавливаем в качестве режима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FileMode.Open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 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BinaryReader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File.Open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path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FileMode.Open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))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50938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0070C0"/>
                </a:solidFill>
              </a:rPr>
              <a:t>Структуры в </a:t>
            </a:r>
            <a:r>
              <a:rPr lang="en-US" dirty="0">
                <a:solidFill>
                  <a:srgbClr val="0070C0"/>
                </a:solidFill>
              </a:rPr>
              <a:t>C#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450215" algn="just">
              <a:lnSpc>
                <a:spcPts val="1560"/>
              </a:lnSpc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цикле 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считываем данные. Чтобы узнать окончание потока, вызываем метод 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PeekChar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(). Этот метод считывает следующий символ и возвращает его числовое представление. Если символ отсутствует, то метод возвращает -1, что будет означать, что мы достигли конца файла.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ts val="1560"/>
              </a:lnSpc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цикле последовательно считываем значения поле структур в том же порядке, в каком они записывались.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ts val="1560"/>
              </a:lnSpc>
            </a:pP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Таким образом, классы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BinaryWriter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</a:t>
            </a:r>
            <a:r>
              <a:rPr lang="ru-R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BinaryReader</a:t>
            </a:r>
            <a:r>
              <a:rPr lang="ru-RU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очень удобны для работы с бинарными файлами, особенно когда нам известна структура этих файлов. 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670966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5E515B-C49C-4B85-8591-14BA5B7E0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just">
              <a:buNone/>
            </a:pP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Надеюсь, что этот цикл лекций поможет учащимся приобрести навыки программирования на языке </a:t>
            </a:r>
            <a:r>
              <a:rPr lang="en-US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</a:t>
            </a:r>
            <a:r>
              <a:rPr lang="ru-RU" sz="3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 и в дальнейшем освоить методы ООП в этом языке.</a:t>
            </a:r>
          </a:p>
          <a:p>
            <a:pPr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06821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F2D3E-114C-4B0A-A700-DC558502B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0000"/>
                </a:solidFill>
              </a:rPr>
              <a:t>Успехов на экзаменах!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9296CA7-4839-4119-9E7A-D1311F6B0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108" y="1825625"/>
            <a:ext cx="5801784" cy="4351338"/>
          </a:xfrm>
        </p:spPr>
      </p:pic>
    </p:spTree>
    <p:extLst>
      <p:ext uri="{BB962C8B-B14F-4D97-AF65-F5344CB8AC3E}">
        <p14:creationId xmlns:p14="http://schemas.microsoft.com/office/powerpoint/2010/main" val="11467254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1847</Words>
  <Application>Microsoft Office PowerPoint</Application>
  <PresentationFormat>Широкоэкранный</PresentationFormat>
  <Paragraphs>203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Arial Unicode MS</vt:lpstr>
      <vt:lpstr>Calibri</vt:lpstr>
      <vt:lpstr>Calibri Light</vt:lpstr>
      <vt:lpstr>Consolas</vt:lpstr>
      <vt:lpstr>Symbol</vt:lpstr>
      <vt:lpstr>Times New Roman</vt:lpstr>
      <vt:lpstr>Тема Office</vt:lpstr>
      <vt:lpstr>Программирование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Структуры в C#</vt:lpstr>
      <vt:lpstr>Заключение</vt:lpstr>
      <vt:lpstr>Успехов на экзаменах!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Программирование</dc:title>
  <dc:creator>Леонид Попов</dc:creator>
  <cp:lastModifiedBy>Леонид Попов</cp:lastModifiedBy>
  <cp:revision>5</cp:revision>
  <dcterms:created xsi:type="dcterms:W3CDTF">2021-01-31T06:08:26Z</dcterms:created>
  <dcterms:modified xsi:type="dcterms:W3CDTF">2021-05-22T01:37:45Z</dcterms:modified>
</cp:coreProperties>
</file>