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79FE2-3A0E-4A28-81E3-785C31390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197386-EC3A-4F34-B190-4917A642D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47600-8740-4653-8B46-8FD143F6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FA7164-1153-4488-8294-667BBE44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B301E-904C-4F98-8F19-1EBD1F14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80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AA44B-0A90-4B49-9C5C-BFC8854C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7F260-B1F6-4767-B14F-0C1C91FF1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36AF3-B60D-40D3-97EB-A6E97344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A43E4E-4B6D-40B2-83F0-D932A49E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82DA75-1C52-4212-A250-28882CBC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2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143F5-BE98-4F4F-A647-2A23AE0E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9E7DE6-5692-4795-8610-A5D65734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98E0D3-81CD-4513-8B7E-02066047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D23D99-4CBD-4FE4-9D08-5A55432E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470077-CA4F-4F31-8A48-CADA23A1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36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2D5AF-1BE4-462B-ABFB-280BDB67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C73A7-E5CD-4214-80AF-7DE184F08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8BC1AC-7B51-4497-8FF9-6AC3574EF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2F133-A031-4F15-B116-89F9F854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787EEA-E6EA-4630-B9EE-BD793D89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9837E1-B09A-495B-B1F2-D44BC837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70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FB36C-66EE-42D9-BDA4-2C24A4863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079A7D-5716-4322-AE07-2456B4A7D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CFA906-32A4-484A-9173-5B217BE19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AB39801-BF17-4C13-BD71-D4012B97E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38D530D-219F-4241-BD8F-5A9310EAF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871B96-DBBF-4792-AC79-9173BF64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91819F-80B4-4C8A-B522-EB716F9C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206C77-6A28-409F-9B39-5C360A22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1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7F78C-018E-498B-B6AE-12CF3FA3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87F4D4-3E95-4B92-ADFC-CF4EC7FD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9D80C5-BA0A-4649-9991-5F2596CB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34479B-2136-4E77-BF02-F7BB25A0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7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416177-C81C-4A50-8F5C-2371D05B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37E121-3A07-4F6B-8EBF-2E18888A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9F49D4-3324-4D36-963D-636928EA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82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47314-086B-460A-806B-5C5D27E97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6328C9-1677-4209-8F32-608628D0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81357A-FFA4-4C43-A457-AFCAC2AAC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4181C7-BFDE-45C5-A0ED-981D90075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E3D10C-7B71-4B71-959F-C79444C8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7A5FCF-5E25-4CA3-A7F3-686AD5D1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38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E1FEA-6AA9-45D7-A822-115E40E8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D301D5-A85C-467C-9849-D4BD02024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77C105-2C67-4013-A5E9-5728ABE18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4E2D5D-BA8D-4373-98C4-A39D8CD8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9EB35A-9679-4B72-8BB1-B5DCA8B2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6791E4-CD3B-489C-9892-D2D8247A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07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59F4F-65C5-42C1-9F93-41A62B12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AFAB50-6EF9-4D39-A8C6-85A0CF271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4D4C21-3CC3-433D-8A45-931B818E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67D5B4-2BFF-42F7-9D9D-A949DA3D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6A2F2D-5102-4262-A84E-775F2F2E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18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70308A-6DE7-470A-A6F8-1C206E171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23D596-C977-45C1-8F12-949CB322E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965357-26F6-4779-BFE2-C283BA77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2C6C6E-3798-49BA-A2F9-7EA8A63F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153024-9339-4D4E-B0A3-6F61CA03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29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9C03C-70C6-420E-BCCD-A00C73D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33B668-023A-44F9-AD82-A643B2FB7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922200-AE8E-4BA2-B2AD-8950BA806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68368-2B36-4538-8A8B-0B9BF47763BA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41CCE-C013-42B7-8281-8BBE3DC74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CC45B5-B527-4242-A59A-590DD0FFA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75524-193D-4BF7-984A-EC92C8C2C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6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B4683-2AF2-404B-B5B3-023CFB981B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4C37A5-E6B9-4B39-A334-B6FB11EA0B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sz="2400" dirty="0">
                <a:solidFill>
                  <a:srgbClr val="00B050"/>
                </a:solidFill>
              </a:rPr>
              <a:t>2</a:t>
            </a:r>
            <a:endParaRPr lang="ru-RU" sz="2400" dirty="0">
              <a:solidFill>
                <a:srgbClr val="00B05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46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Калькулятор содержит взаимодействующие между собой кнопки и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Разработка такой программы полезна для обучения работе с этими элементами управления. Ниже мы приводим код программы и ее результат – окно калькулятора.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B78792-95A2-4592-9F69-64E9C39557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59315" y="3252831"/>
            <a:ext cx="2273370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400" dirty="0"/>
              <a:t>Ввод цифр (кроме 0):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Номер операции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b;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//Числа для операций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(textBox1.Text==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0 - заменяем на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textBox1.Text = button1.Text;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+= button1.Text;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Иначе добавляем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41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Ввод 0: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button10_Click(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(!(textBox1.Text ==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кроме 0 ничего нет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+= button10.Text;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//Второй ноль не ставим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00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Ввод «,»: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Если запятой нет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ставим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(textBox1.Text.IndexOf(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-1)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+=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650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2400" dirty="0"/>
              <a:t>+/- меняем знак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button12_Click(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textBox1.Text;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(s[0] ==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'-'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Если перед числом минус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s.Remove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1);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=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Если минуса нет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ставим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(!((textBox1.Text ==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|| (textBox1.Text ==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"0,"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s=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"-"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=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872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Кнопка очистки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button13_Click(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textBox1.Text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Стирание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545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Операция +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button15_Click(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//Кнопка +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//Проверка ошибки ввода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(textBox1.Text);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textBox1.Text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//Операциям присваиваем номер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ex)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Это не число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Ошибка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213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Кнопка =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button14_Click(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go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Считываем второе число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(textBox1.Text);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ex)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Это не число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Ошибка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313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AAC1E-408E-4BCB-8719-F3341CD2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Первый проект - калькулятор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7605B-4FAF-48A6-BE02-7D796D5F9D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 = a + 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 = a-b;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 = a * 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02D3F4-3D5C-4F77-91BE-AC54CA5D8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8286" y="1825625"/>
            <a:ext cx="6085514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4: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(b == 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textBox1.Text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go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Show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"Деление на 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"Ошибка"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 = a / 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(go) textBox1.Text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a.ToString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537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A6F00A3-A4C9-4B81-B6E6-E01865E0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96AC2A4-FAB9-47A6-B0B3-235071902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666987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706</Words>
  <Application>Microsoft Office PowerPoint</Application>
  <PresentationFormat>Широкоэкранный</PresentationFormat>
  <Paragraphs>119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Times New Roman</vt:lpstr>
      <vt:lpstr>Тема Office</vt:lpstr>
      <vt:lpstr>Windows приложения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Первый проект - калькулятор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3</cp:revision>
  <dcterms:created xsi:type="dcterms:W3CDTF">2021-01-20T09:58:38Z</dcterms:created>
  <dcterms:modified xsi:type="dcterms:W3CDTF">2021-01-20T10:25:58Z</dcterms:modified>
</cp:coreProperties>
</file>