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3BF22-F9C9-421D-9E16-35766885F145}" type="datetimeFigureOut">
              <a:rPr lang="ru-RU" smtClean="0"/>
              <a:t>04.04.2022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35749-6959-48B4-A782-AB094B5098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79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7CB5-68EA-480C-A837-D3EB4471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344133-B2F2-49BC-B431-41668289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DC72E-6DD6-4807-8E17-8A7F31CF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ECE2-9A89-4D1A-A144-F97A2AC98866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768540-C978-41B4-B967-167C7CB4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5239E4-9A60-42F6-94DC-304A7896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93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A69A9-BABB-4DF5-AE63-020EB3B3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C059B-85B3-4619-AD6B-4E5721B0A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DD65C-B8B9-4B34-BA32-7ECEDB7D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C69D-C95F-4A24-8BA9-462F7E1AEFFB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B58B08-A973-4132-9864-08FBBC21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66EF98-5536-4A4D-91AE-9D0BBCDD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69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02A60-00D8-4B02-AF25-35121658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7FF524-E112-42F5-87B4-7C6E58FD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B8FA07-41BE-4A73-8CA4-A48D281A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77B8-9C52-41DE-B869-B5E803A94C9C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6CEBA-B9FB-404B-9D31-34F15A24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C0105D-F63E-4892-BC08-E905713F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23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2A78D-2640-4F03-AAC1-F57AB319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4B511-81C0-4AE9-AE8F-76112E379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B83364-3D24-4902-8D17-8F6D631CA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7EC62D-3549-4864-BE0F-C4C6142C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3A96-EE8B-40FB-972C-79EBE0B196DB}" type="datetime1">
              <a:rPr lang="ru-RU" smtClean="0"/>
              <a:t>04.04.2022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0BD94-4A25-4990-B0DA-3D207B24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13CF7D-9078-4166-A74F-CE003CA5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69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45497-1F6B-489C-8403-AF1E434E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3C780F-2277-4306-9EE0-3FEFF1FF4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B78823-6413-486A-B78F-FF012F709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602F55-87EB-4B44-B303-0D0297B3E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78AD67-B68E-439E-9351-0B0A2EB3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3CBE45-8A46-47A7-BD8F-14532D14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0A0A-1A9C-4094-9481-9339E2C69B4A}" type="datetime1">
              <a:rPr lang="ru-RU" smtClean="0"/>
              <a:t>04.04.2022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374134-B803-429D-86B7-600447A4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B0B400-CE2E-486E-81F2-4E796F87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60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0C05C-AA69-4977-BA51-CB6792E2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C6142E-271B-4100-B57A-361CD8AB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BDFC5-8428-4C9D-BFE9-9A9BA0AF02BF}" type="datetime1">
              <a:rPr lang="ru-RU" smtClean="0"/>
              <a:t>04.04.2022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5D38A2-7360-43B9-AFD5-5049530F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24FD3-67FD-463B-956E-66AE1989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4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F99FA0-E985-466F-BBA0-496A36DA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F8D15-CD52-49DD-9F97-4E0E3F8440AF}" type="datetime1">
              <a:rPr lang="ru-RU" smtClean="0"/>
              <a:t>04.04.2022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E62F72-6466-415E-AD1F-0BF1B639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384FB8-6820-4C75-8B57-F4229DED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6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D78E1-8A23-4F8E-A2FE-2ABFA9F2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1DF4C4-0C0F-4B6A-885C-73783F49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78DBF0-D0D6-4EAC-B99B-76AD8D14A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8BD527-0AA5-4208-BF3B-D545E084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DC40-0B31-4CE8-B050-65594C77659B}" type="datetime1">
              <a:rPr lang="ru-RU" smtClean="0"/>
              <a:t>04.04.2022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EC0898-6EBA-4CBD-A9A8-5D15BBBA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07C0AF-9239-47DB-9C1F-1D268E1D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54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7412F-74BE-4B97-816C-81E7DA16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61AA27-3480-4791-9045-A20D91D43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B3B406-A59C-451A-A3C6-9B78D79F0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A2755B-BCF2-4D88-9812-2DBF66DB0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FC61A-45A2-4EB0-94D7-34A9533F5872}" type="datetime1">
              <a:rPr lang="ru-RU" smtClean="0"/>
              <a:t>04.04.2022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22F50C-7BF2-46C4-A2FD-34E9F154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36E2D9-8D58-4120-AA5E-21DDAB1F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63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9F4AD-4C74-4F63-BC96-C9251D0F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99A8B2-3E83-4B3F-9565-ED7A1E3EF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2AB419-42EF-44B4-8314-6C942B8E7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13A17-5A5E-4B6F-91E9-E0E5BE96A007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405F6B-77DA-4A76-99B1-4CBE716F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8C5AA-DE35-4441-8AE8-61CCB74B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57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D4A357-CACD-466E-84AA-12F168355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B799E1-4D19-42B7-9161-2C1003D5D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768A6E-4AE0-4F2E-8924-6525E699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F10B-C994-4686-AFA5-E34CF70B0A87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E0017-98FA-4EFF-A8BC-9D5EBE4D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C3EF67-F44D-4AA3-9396-FCE16107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8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33751-5AAC-4EAF-81A9-171EB127F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BC53F8-02B5-4634-8FEB-90892A16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248B0-2907-41C9-9422-05A5D725E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88AC7-5EE4-4401-AE30-72F0B5606D44}" type="datetime1">
              <a:rPr lang="ru-RU" smtClean="0"/>
              <a:t>04.04.2022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C355A5-A00C-4A2B-A998-3837BD5D8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25C712-7861-48AD-97E6-A7FE6464B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DB86B-2221-41E7-8B2C-2F3C0D62A8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906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521DB-53DD-4257-B1F3-A4BFE9B28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Парные картинки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5CD2D6-5FA3-4DC3-92B1-22065684BD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F5E11D-99E2-44EE-A0A3-D9BE675D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13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DB326-C792-499A-A668-60FD5C2D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«парные картинки»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16520-2307-4022-AD73-719FBD774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800" b="0" i="0" u="none" strike="noStrike" baseline="0" dirty="0">
                <a:latin typeface="Times New Roman" panose="02020603050405020304" pitchFamily="18" charset="0"/>
              </a:rPr>
              <a:t>Правила игры </a:t>
            </a:r>
            <a:r>
              <a:rPr lang="ru-RU" sz="2800" b="1" i="0" u="none" strike="noStrike" baseline="0" dirty="0">
                <a:latin typeface="Times New Roman,Bold"/>
              </a:rPr>
              <a:t>Парные картинки </a:t>
            </a:r>
            <a:r>
              <a:rPr lang="ru-RU" sz="2800" b="0" i="0" u="none" strike="noStrike" baseline="0" dirty="0">
                <a:latin typeface="Times New Roman" panose="02020603050405020304" pitchFamily="18" charset="0"/>
              </a:rPr>
              <a:t>следующие: игровое поле разделено на клетки, за каждой из которых скрыта картинка. Каждая картинка имеет пару — точно такую же картинку. В начале игры</a:t>
            </a:r>
          </a:p>
          <a:p>
            <a:pPr algn="l"/>
            <a:r>
              <a:rPr lang="ru-RU" dirty="0">
                <a:latin typeface="Times New Roman" panose="02020603050405020304" pitchFamily="18" charset="0"/>
              </a:rPr>
              <a:t>По нажатию кнопки </a:t>
            </a:r>
            <a:r>
              <a:rPr lang="en-US" dirty="0">
                <a:latin typeface="Times New Roman" panose="02020603050405020304" pitchFamily="18" charset="0"/>
              </a:rPr>
              <a:t>Start </a:t>
            </a:r>
            <a:r>
              <a:rPr lang="ru-RU" dirty="0">
                <a:latin typeface="Times New Roman" panose="02020603050405020304" pitchFamily="18" charset="0"/>
              </a:rPr>
              <a:t>открываются ненадолго все картинки и начинается отсчет времени</a:t>
            </a:r>
            <a:endParaRPr lang="ru-RU" sz="2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ru-RU" sz="2800" b="0" i="0" u="none" strike="noStrike" baseline="0" dirty="0">
                <a:latin typeface="Times New Roman" panose="02020603050405020304" pitchFamily="18" charset="0"/>
              </a:rPr>
              <a:t>все клетки закрыты. Щелчок мыши в клетке открывает картинку. Второй щелчок – вторую картинку. Если картинки совпали, начисляется одно очко, если не совпали – обе через некоторое время исчезают. На экране остаются только парные картинки</a:t>
            </a:r>
          </a:p>
          <a:p>
            <a:pPr algn="l"/>
            <a:r>
              <a:rPr lang="ru-RU" sz="2800" b="0" i="0" u="none" strike="noStrike" baseline="0" dirty="0">
                <a:latin typeface="Times New Roman" panose="02020603050405020304" pitchFamily="18" charset="0"/>
              </a:rPr>
              <a:t>Чтобы победить, нужно уложиться в отведенное время</a:t>
            </a:r>
            <a:endParaRPr lang="ru-RU" sz="28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DA1C8-DD84-4A1B-9327-1A7FD339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82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B0C8B-7FD4-4F5B-B4D3-EF905C36A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375"/>
          </a:xfrm>
        </p:spPr>
        <p:txBody>
          <a:bodyPr>
            <a:normAutofit fontScale="90000"/>
          </a:bodyPr>
          <a:lstStyle/>
          <a:p>
            <a:r>
              <a:rPr lang="ru-RU" dirty="0"/>
              <a:t>Начало работы программы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CDB59A9-9073-4997-8BAF-A150C8919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874" y="825500"/>
            <a:ext cx="8867226" cy="534493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D8000-BB26-47FE-9E8C-E41FF0A6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8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F3D44E6-82DD-48D8-8349-54E833C4D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54" y="294880"/>
            <a:ext cx="8759346" cy="6339283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D92A3-EF67-4595-A1EA-673E9D42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В конструкторе нужно создать следующие элементы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78EFD9-8B6E-4CBB-B421-43EB2467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58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3E75F-DAF7-4F13-95D5-7E64597F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Глобальные 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3B123-E924-4A15-9543-4BBC15FC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318"/>
            <a:ext cx="11036300" cy="4805363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Form1 : Form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Graphics g;  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public int[,] pole; //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Двуменрный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массив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pole.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const int n = 4; //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Кол-во строк и столбцов.</a:t>
            </a: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string[]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new string[8] { "a1.JPG", "a2.JPG", "a3.JPG", "a4.JPG", "a5.JPG", "a6.JPG", "a7.JPG", "a8.JPG" };     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Image[]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zv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new Image[8];//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Массив рисунков</a:t>
            </a: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[,] Pb = new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PictureBox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[4, 4];//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Массив игры-сюда будем вставлять картинки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int x0 = 40;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int y0 = 20;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int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;//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Времена таймеров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int tim2;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int tim3;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public static int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BB8F69-8CD3-4852-906F-F0478CC6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18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A7E02-FF73-42FA-BBD0-2727049C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Глобальные переменные(продолжение)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5C1904-FC6D-45D1-91F1-7A31FF864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10515600" cy="5084763"/>
          </a:xfrm>
        </p:spPr>
        <p:txBody>
          <a:bodyPr/>
          <a:lstStyle/>
          <a:p>
            <a:r>
              <a:rPr lang="en-US" dirty="0"/>
              <a:t>Random </a:t>
            </a:r>
            <a:r>
              <a:rPr lang="en-US" dirty="0" err="1"/>
              <a:t>rnd</a:t>
            </a:r>
            <a:r>
              <a:rPr lang="en-US" dirty="0"/>
              <a:t> = new Random();</a:t>
            </a:r>
          </a:p>
          <a:p>
            <a:r>
              <a:rPr lang="en-US" dirty="0"/>
              <a:t>        int </a:t>
            </a:r>
            <a:r>
              <a:rPr lang="en-US" dirty="0" err="1"/>
              <a:t>ochki</a:t>
            </a:r>
            <a:r>
              <a:rPr lang="en-US" dirty="0"/>
              <a:t> = 0;</a:t>
            </a:r>
          </a:p>
          <a:p>
            <a:r>
              <a:rPr lang="en-US" dirty="0"/>
              <a:t>        Image[,] </a:t>
            </a:r>
            <a:r>
              <a:rPr lang="en-US" dirty="0" err="1"/>
              <a:t>zvr</a:t>
            </a:r>
            <a:r>
              <a:rPr lang="en-US" dirty="0"/>
              <a:t> = new Image[n, n];//</a:t>
            </a:r>
            <a:r>
              <a:rPr lang="ru-RU" dirty="0"/>
              <a:t>Резервный массив для восстановления игрового поля</a:t>
            </a:r>
          </a:p>
          <a:p>
            <a:r>
              <a:rPr lang="ru-RU" dirty="0"/>
              <a:t>        </a:t>
            </a:r>
            <a:r>
              <a:rPr lang="en-US" dirty="0"/>
              <a:t>int h, w;// </a:t>
            </a:r>
            <a:r>
              <a:rPr lang="ru-RU" dirty="0"/>
              <a:t>высота и ширина картинок</a:t>
            </a:r>
            <a:endParaRPr lang="en-US" dirty="0"/>
          </a:p>
          <a:p>
            <a:r>
              <a:rPr lang="en-US" dirty="0"/>
              <a:t>        int ii1, jj1, ii2, jj2;</a:t>
            </a:r>
          </a:p>
          <a:p>
            <a:r>
              <a:rPr lang="en-US" dirty="0"/>
              <a:t>        int test = 0;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032102-8992-400A-8498-3D013244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720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D3BBE-9443-4C56-B88F-77F14B60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Массив чисел </a:t>
            </a:r>
            <a:r>
              <a:rPr lang="en-US" dirty="0">
                <a:highlight>
                  <a:srgbClr val="FFFF00"/>
                </a:highlight>
              </a:rPr>
              <a:t>pole[</a:t>
            </a:r>
            <a:r>
              <a:rPr lang="en-US" dirty="0" err="1">
                <a:highlight>
                  <a:srgbClr val="FFFF00"/>
                </a:highlight>
              </a:rPr>
              <a:t>i,j</a:t>
            </a:r>
            <a:r>
              <a:rPr lang="en-US" dirty="0">
                <a:highlight>
                  <a:srgbClr val="FFFF00"/>
                </a:highlight>
              </a:rPr>
              <a:t>]  </a:t>
            </a:r>
            <a:r>
              <a:rPr lang="ru-RU" dirty="0">
                <a:highlight>
                  <a:srgbClr val="FFFF00"/>
                </a:highlight>
              </a:rPr>
              <a:t>для расположения картинок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CE9CA-6312-427B-A937-7B5B768D1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1   2  4  8</a:t>
            </a:r>
          </a:p>
          <a:p>
            <a:r>
              <a:rPr lang="ru-RU" dirty="0"/>
              <a:t>1  3   4  5</a:t>
            </a:r>
          </a:p>
          <a:p>
            <a:r>
              <a:rPr lang="ru-RU" dirty="0"/>
              <a:t>2  3   5  6</a:t>
            </a:r>
          </a:p>
          <a:p>
            <a:r>
              <a:rPr lang="ru-RU" dirty="0"/>
              <a:t>7  7   6   8</a:t>
            </a:r>
          </a:p>
          <a:p>
            <a:endParaRPr lang="ru-RU" dirty="0"/>
          </a:p>
          <a:p>
            <a:r>
              <a:rPr lang="ru-RU" dirty="0"/>
              <a:t>Числа от 1 до 8 располагаются случайно – две 1,  две 2,</a:t>
            </a:r>
          </a:p>
          <a:p>
            <a:r>
              <a:rPr lang="ru-RU" dirty="0"/>
              <a:t>Две 3 и т. 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944894-28EC-44DD-8423-C0E55F35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30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DE078-FC3F-4CA9-84F4-E59D0FD2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Массив чисел </a:t>
            </a:r>
            <a:r>
              <a:rPr lang="en-US" dirty="0">
                <a:highlight>
                  <a:srgbClr val="FFFF00"/>
                </a:highlight>
              </a:rPr>
              <a:t>pole[</a:t>
            </a:r>
            <a:r>
              <a:rPr lang="en-US" dirty="0" err="1">
                <a:highlight>
                  <a:srgbClr val="FFFF00"/>
                </a:highlight>
              </a:rPr>
              <a:t>i,j</a:t>
            </a:r>
            <a:r>
              <a:rPr lang="en-US" dirty="0">
                <a:highlight>
                  <a:srgbClr val="FFFF00"/>
                </a:highlight>
              </a:rPr>
              <a:t>]  </a:t>
            </a:r>
            <a:r>
              <a:rPr lang="ru-RU" dirty="0">
                <a:highlight>
                  <a:srgbClr val="FFFF00"/>
                </a:highlight>
              </a:rPr>
              <a:t>для расположения картинок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EA135-E756-470A-A84F-CB93C2E4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//-------------------------------------------------------------------------</a:t>
            </a:r>
          </a:p>
          <a:p>
            <a:r>
              <a:rPr lang="en-US" dirty="0"/>
              <a:t>        private void </a:t>
            </a:r>
            <a:r>
              <a:rPr lang="en-US" dirty="0" err="1"/>
              <a:t>InitializeArray</a:t>
            </a:r>
            <a:r>
              <a:rPr lang="en-US" dirty="0"/>
              <a:t>() //</a:t>
            </a:r>
            <a:r>
              <a:rPr lang="ru-RU" dirty="0"/>
              <a:t>Инициализация </a:t>
            </a:r>
            <a:r>
              <a:rPr lang="ru-RU" dirty="0" err="1"/>
              <a:t>двуменрного</a:t>
            </a:r>
            <a:r>
              <a:rPr lang="ru-RU" dirty="0"/>
              <a:t> массива </a:t>
            </a:r>
            <a:r>
              <a:rPr lang="en-US" dirty="0"/>
              <a:t>pole.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pole = new int[n, n]; //</a:t>
            </a:r>
            <a:r>
              <a:rPr lang="ru-RU" dirty="0"/>
              <a:t>Инициализация </a:t>
            </a:r>
            <a:r>
              <a:rPr lang="ru-RU" dirty="0" err="1"/>
              <a:t>двуменрного</a:t>
            </a:r>
            <a:r>
              <a:rPr lang="ru-RU" dirty="0"/>
              <a:t> массива </a:t>
            </a:r>
            <a:r>
              <a:rPr lang="en-US" dirty="0"/>
              <a:t>pole.</a:t>
            </a:r>
          </a:p>
          <a:p>
            <a:endParaRPr lang="en-US" dirty="0"/>
          </a:p>
          <a:p>
            <a:r>
              <a:rPr lang="en-US" dirty="0"/>
              <a:t>            //</a:t>
            </a:r>
            <a:r>
              <a:rPr lang="ru-RU" dirty="0"/>
              <a:t>Заполнение массива нулями.</a:t>
            </a:r>
          </a:p>
          <a:p>
            <a:r>
              <a:rPr lang="ru-RU" dirty="0"/>
              <a:t>            </a:t>
            </a:r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for (int j = 0; j &lt; 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pole[</a:t>
            </a:r>
            <a:r>
              <a:rPr lang="en-US" dirty="0" err="1"/>
              <a:t>i</a:t>
            </a:r>
            <a:r>
              <a:rPr lang="en-US" dirty="0"/>
              <a:t>, j] = 0;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//-----------------------------------------------------------------------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05EF3F-0D24-451E-9372-292792F2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06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3C208-CD24-43B3-A728-4C8DDA62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9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Массив чисел </a:t>
            </a:r>
            <a:r>
              <a:rPr lang="en-US" dirty="0">
                <a:highlight>
                  <a:srgbClr val="FFFF00"/>
                </a:highlight>
              </a:rPr>
              <a:t>pole[</a:t>
            </a:r>
            <a:r>
              <a:rPr lang="en-US" dirty="0" err="1">
                <a:highlight>
                  <a:srgbClr val="FFFF00"/>
                </a:highlight>
              </a:rPr>
              <a:t>i,j</a:t>
            </a:r>
            <a:r>
              <a:rPr lang="en-US" dirty="0">
                <a:highlight>
                  <a:srgbClr val="FFFF00"/>
                </a:highlight>
              </a:rPr>
              <a:t>]  </a:t>
            </a:r>
            <a:r>
              <a:rPr lang="ru-RU" dirty="0">
                <a:highlight>
                  <a:srgbClr val="FFFF00"/>
                </a:highlight>
              </a:rPr>
              <a:t>для расположения картинок (продолжение)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7DF26-F690-410D-9332-DD153DB0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 private void FillArray_2()  {</a:t>
            </a:r>
          </a:p>
          <a:p>
            <a:r>
              <a:rPr lang="en-US" dirty="0"/>
              <a:t>            /*</a:t>
            </a:r>
            <a:r>
              <a:rPr lang="ru-RU" dirty="0"/>
              <a:t>Задача 2. Заполните массив так:</a:t>
            </a:r>
          </a:p>
          <a:p>
            <a:r>
              <a:rPr lang="ru-RU" dirty="0"/>
              <a:t>             * в случайные места задайте следующие числа:</a:t>
            </a:r>
          </a:p>
          <a:p>
            <a:r>
              <a:rPr lang="ru-RU" dirty="0"/>
              <a:t>             * две единицы, две двойки, …, две восьмерки.</a:t>
            </a:r>
          </a:p>
          <a:p>
            <a:r>
              <a:rPr lang="en-US" dirty="0"/>
              <a:t>Random rand = new Random();</a:t>
            </a:r>
          </a:p>
          <a:p>
            <a:r>
              <a:rPr lang="en-US" dirty="0"/>
              <a:t>            int r = </a:t>
            </a:r>
            <a:r>
              <a:rPr lang="en-US" dirty="0" err="1"/>
              <a:t>rand.Next</a:t>
            </a:r>
            <a:r>
              <a:rPr lang="en-US" dirty="0"/>
              <a:t>(0, n);</a:t>
            </a:r>
          </a:p>
          <a:p>
            <a:r>
              <a:rPr lang="en-US" dirty="0"/>
              <a:t>            int k = </a:t>
            </a:r>
            <a:r>
              <a:rPr lang="en-US" dirty="0" err="1"/>
              <a:t>rand.Next</a:t>
            </a:r>
            <a:r>
              <a:rPr lang="en-US" dirty="0"/>
              <a:t>(0, n);           </a:t>
            </a:r>
          </a:p>
          <a:p>
            <a:r>
              <a:rPr lang="en-US" dirty="0"/>
              <a:t>            int sum = 0;</a:t>
            </a:r>
          </a:p>
          <a:p>
            <a:r>
              <a:rPr lang="en-US" dirty="0"/>
              <a:t>            pole[r, k] = sum % 8</a:t>
            </a:r>
          </a:p>
          <a:p>
            <a:r>
              <a:rPr lang="en-US" dirty="0"/>
              <a:t>    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{</a:t>
            </a:r>
            <a:r>
              <a:rPr lang="ru-RU" dirty="0"/>
              <a:t> </a:t>
            </a:r>
            <a:r>
              <a:rPr lang="en-US" dirty="0"/>
              <a:t>      for (int j = 0; j &lt; 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{</a:t>
            </a:r>
            <a:r>
              <a:rPr lang="ru-RU" dirty="0"/>
              <a:t> </a:t>
            </a:r>
            <a:r>
              <a:rPr lang="en-US" dirty="0"/>
              <a:t>     sum++;</a:t>
            </a:r>
          </a:p>
          <a:p>
            <a:r>
              <a:rPr lang="en-US" dirty="0"/>
              <a:t>                    while (pole[r, k] != 0)</a:t>
            </a:r>
            <a:r>
              <a:rPr lang="ru-RU" dirty="0"/>
              <a:t> </a:t>
            </a:r>
            <a:r>
              <a:rPr lang="en-US" dirty="0"/>
              <a:t>                    {</a:t>
            </a:r>
          </a:p>
          <a:p>
            <a:r>
              <a:rPr lang="en-US" dirty="0"/>
              <a:t>                        r = </a:t>
            </a:r>
            <a:r>
              <a:rPr lang="en-US" dirty="0" err="1"/>
              <a:t>rand.Next</a:t>
            </a:r>
            <a:r>
              <a:rPr lang="en-US" dirty="0"/>
              <a:t>(0, n);</a:t>
            </a:r>
          </a:p>
          <a:p>
            <a:r>
              <a:rPr lang="en-US" dirty="0"/>
              <a:t>                        k = </a:t>
            </a:r>
            <a:r>
              <a:rPr lang="en-US" dirty="0" err="1"/>
              <a:t>rand.Next</a:t>
            </a:r>
            <a:r>
              <a:rPr lang="en-US" dirty="0"/>
              <a:t>(0, n);</a:t>
            </a:r>
          </a:p>
          <a:p>
            <a:r>
              <a:rPr lang="en-US" dirty="0"/>
              <a:t>                    }</a:t>
            </a:r>
          </a:p>
          <a:p>
            <a:r>
              <a:rPr lang="en-US" dirty="0"/>
              <a:t>                    pole[r, k] = sum % 8;</a:t>
            </a:r>
          </a:p>
          <a:p>
            <a:r>
              <a:rPr lang="en-US" dirty="0"/>
              <a:t>                }}}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1DE49E-8B2F-4E94-8427-AEB9146F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58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620FF-B77F-4EF0-809F-1EE5E2D8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Инициируем графику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52D2F-614E-4DBE-B248-15284078B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Form1()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InitializeComponent</a:t>
            </a:r>
            <a:r>
              <a:rPr lang="en-US" dirty="0"/>
              <a:t>();</a:t>
            </a:r>
          </a:p>
          <a:p>
            <a:r>
              <a:rPr lang="en-US" dirty="0"/>
              <a:t>            g = </a:t>
            </a:r>
            <a:r>
              <a:rPr lang="en-US" dirty="0" err="1"/>
              <a:t>this.CreateGraphics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F31263-D6B8-4387-AD83-D09D66BA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61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98D91-6737-4168-AA5E-FF1D98EE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Показываем игровое поле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17D9F5-7B30-4766-95BA-DD4CD4059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49958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public void </a:t>
            </a:r>
            <a:r>
              <a:rPr lang="en-US" dirty="0" err="1"/>
              <a:t>Pict_show</a:t>
            </a:r>
            <a:r>
              <a:rPr lang="en-US" dirty="0"/>
              <a:t>()</a:t>
            </a:r>
          </a:p>
          <a:p>
            <a:r>
              <a:rPr lang="en-US" dirty="0"/>
              <a:t>        {//</a:t>
            </a:r>
            <a:r>
              <a:rPr lang="ru-RU" dirty="0"/>
              <a:t>Показываем игровое поле</a:t>
            </a:r>
          </a:p>
          <a:p>
            <a:r>
              <a:rPr lang="ru-RU" dirty="0"/>
              <a:t>            </a:t>
            </a: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r>
              <a:rPr lang="en-US" dirty="0"/>
              <a:t>    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    for (j = 0; j &lt; 4;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j].Image = </a:t>
            </a:r>
            <a:r>
              <a:rPr lang="en-US" dirty="0" err="1"/>
              <a:t>zvr</a:t>
            </a:r>
            <a:r>
              <a:rPr lang="en-US" dirty="0"/>
              <a:t>[</a:t>
            </a:r>
            <a:r>
              <a:rPr lang="en-US" dirty="0" err="1"/>
              <a:t>i,j</a:t>
            </a:r>
            <a:r>
              <a:rPr lang="en-US" dirty="0"/>
              <a:t>];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}</a:t>
            </a:r>
            <a:endParaRPr lang="ru-RU" dirty="0"/>
          </a:p>
          <a:p>
            <a:r>
              <a:rPr lang="en-US" dirty="0"/>
              <a:t>//</a:t>
            </a:r>
            <a:r>
              <a:rPr lang="en-US" dirty="0" err="1"/>
              <a:t>zvr</a:t>
            </a:r>
            <a:r>
              <a:rPr lang="en-US" dirty="0"/>
              <a:t>[</a:t>
            </a:r>
            <a:r>
              <a:rPr lang="en-US" dirty="0" err="1"/>
              <a:t>i,j</a:t>
            </a:r>
            <a:r>
              <a:rPr lang="en-US" dirty="0"/>
              <a:t>] </a:t>
            </a:r>
            <a:r>
              <a:rPr lang="ru-RU" dirty="0"/>
              <a:t>массив типа </a:t>
            </a:r>
            <a:r>
              <a:rPr lang="en-US" dirty="0"/>
              <a:t>Image</a:t>
            </a:r>
            <a:r>
              <a:rPr lang="ru-RU" dirty="0"/>
              <a:t>, в нем хранятся картинки</a:t>
            </a:r>
          </a:p>
          <a:p>
            <a:r>
              <a:rPr lang="en-US" dirty="0"/>
              <a:t>// Pb[</a:t>
            </a:r>
            <a:r>
              <a:rPr lang="en-US" dirty="0" err="1"/>
              <a:t>i</a:t>
            </a:r>
            <a:r>
              <a:rPr lang="en-US" dirty="0"/>
              <a:t>, j] – </a:t>
            </a:r>
            <a:r>
              <a:rPr lang="ru-RU" dirty="0"/>
              <a:t>массив типа </a:t>
            </a:r>
            <a:r>
              <a:rPr lang="en-US" dirty="0" err="1"/>
              <a:t>PictureBox</a:t>
            </a:r>
            <a:r>
              <a:rPr lang="ru-RU" dirty="0"/>
              <a:t>, в него вставляем картинки</a:t>
            </a:r>
          </a:p>
          <a:p>
            <a:r>
              <a:rPr lang="en-US" dirty="0"/>
              <a:t>//</a:t>
            </a:r>
            <a:r>
              <a:rPr lang="ru-RU" dirty="0"/>
              <a:t>Эти массивы создаются в функции </a:t>
            </a:r>
            <a:r>
              <a:rPr lang="en-US" dirty="0"/>
              <a:t>public void </a:t>
            </a:r>
            <a:r>
              <a:rPr lang="en-US" dirty="0" err="1"/>
              <a:t>Create_pole</a:t>
            </a:r>
            <a:r>
              <a:rPr lang="en-US" dirty="0"/>
              <a:t>(), </a:t>
            </a:r>
            <a:r>
              <a:rPr lang="ru-RU" dirty="0"/>
              <a:t>она показана ниже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8EA621-8786-42D5-8C3C-2789445B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859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3FF01-EA02-4DBB-9CE6-36A2A432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Прячем изображения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ru-RU" dirty="0">
                <a:highlight>
                  <a:srgbClr val="FFFF00"/>
                </a:highlight>
              </a:rPr>
              <a:t>перед началом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1DA64A-7CAA-4899-9A07-5ABE2AB5E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public void </a:t>
            </a:r>
            <a:r>
              <a:rPr lang="en-US" dirty="0" err="1"/>
              <a:t>Pict_hide</a:t>
            </a:r>
            <a:r>
              <a:rPr lang="en-US" dirty="0"/>
              <a:t>()</a:t>
            </a:r>
          </a:p>
          <a:p>
            <a:r>
              <a:rPr lang="en-US" dirty="0"/>
              <a:t>        {//</a:t>
            </a:r>
            <a:r>
              <a:rPr lang="ru-RU" dirty="0"/>
              <a:t>Прячем изображения</a:t>
            </a:r>
          </a:p>
          <a:p>
            <a:r>
              <a:rPr lang="ru-RU" dirty="0"/>
              <a:t>            </a:t>
            </a: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r>
              <a:rPr lang="en-US" dirty="0"/>
              <a:t>    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    for (j = 0; j &lt; 4;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j].Image = null;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B5085D-5112-4604-874F-807E5413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31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0C445-1C66-4CFF-9C4F-82B25EA4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887200" cy="4603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Создаем сетку, в ячейки которой вставляем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7FF9C7-437A-464E-96D8-6D7EEDC92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100"/>
            <a:ext cx="10515600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public void </a:t>
            </a:r>
            <a:r>
              <a:rPr lang="en-US" dirty="0" err="1"/>
              <a:t>Setka</a:t>
            </a:r>
            <a:r>
              <a:rPr lang="en-US" dirty="0"/>
              <a:t>()</a:t>
            </a:r>
          </a:p>
          <a:p>
            <a:r>
              <a:rPr lang="en-US" dirty="0"/>
              <a:t>        {//</a:t>
            </a:r>
            <a:r>
              <a:rPr lang="ru-RU" dirty="0"/>
              <a:t>Рисуем сетку</a:t>
            </a:r>
          </a:p>
          <a:p>
            <a:r>
              <a:rPr lang="ru-RU" dirty="0"/>
              <a:t>            </a:t>
            </a: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        int w = 75;</a:t>
            </a:r>
          </a:p>
          <a:p>
            <a:r>
              <a:rPr lang="en-US" dirty="0"/>
              <a:t>            int h = 90;</a:t>
            </a:r>
          </a:p>
          <a:p>
            <a:r>
              <a:rPr lang="en-US" dirty="0"/>
              <a:t>            Pen </a:t>
            </a:r>
            <a:r>
              <a:rPr lang="en-US" dirty="0" err="1"/>
              <a:t>myPenRed</a:t>
            </a:r>
            <a:r>
              <a:rPr lang="en-US" dirty="0"/>
              <a:t> = new Pen(</a:t>
            </a:r>
            <a:r>
              <a:rPr lang="en-US" dirty="0" err="1"/>
              <a:t>Color.Red</a:t>
            </a:r>
            <a:r>
              <a:rPr lang="en-US" dirty="0"/>
              <a:t>, 3);</a:t>
            </a:r>
          </a:p>
          <a:p>
            <a:r>
              <a:rPr lang="en-US" dirty="0"/>
              <a:t>    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g.DrawLine</a:t>
            </a:r>
            <a:r>
              <a:rPr lang="en-US" dirty="0"/>
              <a:t>(</a:t>
            </a:r>
            <a:r>
              <a:rPr lang="en-US" dirty="0" err="1"/>
              <a:t>myPenRed</a:t>
            </a:r>
            <a:r>
              <a:rPr lang="en-US" dirty="0"/>
              <a:t>, ((x0 - 3) + </a:t>
            </a:r>
            <a:r>
              <a:rPr lang="en-US" dirty="0" err="1"/>
              <a:t>i</a:t>
            </a:r>
            <a:r>
              <a:rPr lang="en-US" dirty="0"/>
              <a:t> * (w + 10)), (y0 - 3), ((x0 - 3) + </a:t>
            </a:r>
            <a:r>
              <a:rPr lang="en-US" dirty="0" err="1"/>
              <a:t>i</a:t>
            </a:r>
            <a:r>
              <a:rPr lang="en-US" dirty="0"/>
              <a:t> * (w + 10)), ((y0 - 3) + 4 * (h + 10)));</a:t>
            </a:r>
          </a:p>
          <a:p>
            <a:r>
              <a:rPr lang="en-US" dirty="0"/>
              <a:t>                </a:t>
            </a:r>
            <a:r>
              <a:rPr lang="en-US" dirty="0" err="1"/>
              <a:t>g.DrawLine</a:t>
            </a:r>
            <a:r>
              <a:rPr lang="en-US" dirty="0"/>
              <a:t>(</a:t>
            </a:r>
            <a:r>
              <a:rPr lang="en-US" dirty="0" err="1"/>
              <a:t>myPenRed</a:t>
            </a:r>
            <a:r>
              <a:rPr lang="en-US" dirty="0"/>
              <a:t>, (x0 - 3), (y0 - 3 + </a:t>
            </a:r>
            <a:r>
              <a:rPr lang="en-US" dirty="0" err="1"/>
              <a:t>i</a:t>
            </a:r>
            <a:r>
              <a:rPr lang="en-US" dirty="0"/>
              <a:t> * (h + 10)), ((x0 - 3) + 4 * (w + 10)), ((y0 - 3) + </a:t>
            </a:r>
            <a:r>
              <a:rPr lang="en-US" dirty="0" err="1"/>
              <a:t>i</a:t>
            </a:r>
            <a:r>
              <a:rPr lang="en-US" dirty="0"/>
              <a:t> * (h + 10)));</a:t>
            </a:r>
          </a:p>
          <a:p>
            <a:endParaRPr lang="en-US" dirty="0"/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A650E-3064-493F-B2C6-A9A25E8D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662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7499B-117A-4CC9-856C-87A25515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Функция для создания всех основных массивов и отрисовки поля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CDC16-9E81-4C62-91F3-24F8B968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47418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public void </a:t>
            </a:r>
            <a:r>
              <a:rPr lang="en-US" dirty="0" err="1"/>
              <a:t>Create_pole</a:t>
            </a:r>
            <a:r>
              <a:rPr lang="en-US" dirty="0"/>
              <a:t>()</a:t>
            </a:r>
          </a:p>
          <a:p>
            <a:r>
              <a:rPr lang="en-US" dirty="0"/>
              <a:t>        {//</a:t>
            </a:r>
            <a:r>
              <a:rPr lang="ru-RU" dirty="0"/>
              <a:t>Игровое поле - массив </a:t>
            </a:r>
            <a:r>
              <a:rPr lang="en-US" dirty="0" err="1"/>
              <a:t>PictureBox</a:t>
            </a:r>
            <a:endParaRPr lang="en-US" dirty="0"/>
          </a:p>
          <a:p>
            <a:r>
              <a:rPr lang="en-US" dirty="0"/>
              <a:t>            int </a:t>
            </a:r>
            <a:r>
              <a:rPr lang="en-US" dirty="0" err="1"/>
              <a:t>i</a:t>
            </a:r>
            <a:r>
              <a:rPr lang="en-US" dirty="0"/>
              <a:t>, j, k, m;</a:t>
            </a:r>
          </a:p>
          <a:p>
            <a:r>
              <a:rPr lang="en-US" dirty="0"/>
              <a:t>            w = 75;</a:t>
            </a:r>
          </a:p>
          <a:p>
            <a:r>
              <a:rPr lang="en-US" dirty="0"/>
              <a:t>            h = 90;</a:t>
            </a:r>
          </a:p>
          <a:p>
            <a:r>
              <a:rPr lang="en-US" dirty="0"/>
              <a:t>            </a:t>
            </a:r>
          </a:p>
          <a:p>
            <a:r>
              <a:rPr lang="en-US" dirty="0"/>
              <a:t>            Image[,] zv2 = new Image[4, 4];//</a:t>
            </a:r>
            <a:r>
              <a:rPr lang="ru-RU" dirty="0"/>
              <a:t>Массивы для заполнения</a:t>
            </a:r>
          </a:p>
          <a:p>
            <a:r>
              <a:rPr lang="ru-RU" dirty="0"/>
              <a:t>           </a:t>
            </a:r>
          </a:p>
          <a:p>
            <a:r>
              <a:rPr lang="ru-RU" dirty="0"/>
              <a:t>            </a:t>
            </a: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8; </a:t>
            </a:r>
            <a:r>
              <a:rPr lang="en-US" dirty="0" err="1"/>
              <a:t>i</a:t>
            </a:r>
            <a:r>
              <a:rPr lang="en-US" dirty="0"/>
              <a:t>++)//</a:t>
            </a:r>
            <a:r>
              <a:rPr lang="ru-RU" dirty="0"/>
              <a:t>Массив рисунков</a:t>
            </a:r>
          </a:p>
          <a:p>
            <a:r>
              <a:rPr lang="ru-RU" dirty="0"/>
              <a:t>                </a:t>
            </a:r>
            <a:r>
              <a:rPr lang="en-US" dirty="0" err="1"/>
              <a:t>zv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new Bitmap("C:\\Users\\Administrator\\source\\repos\\ParyPict\\" + </a:t>
            </a:r>
            <a:r>
              <a:rPr lang="en-US" dirty="0" err="1"/>
              <a:t>fn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]);//</a:t>
            </a:r>
            <a:r>
              <a:rPr lang="ru-RU" dirty="0"/>
              <a:t>вставляем </a:t>
            </a:r>
            <a:r>
              <a:rPr lang="en-US" dirty="0"/>
              <a:t>//</a:t>
            </a:r>
            <a:r>
              <a:rPr lang="ru-RU" dirty="0"/>
              <a:t>рисунки в линейный массив</a:t>
            </a:r>
            <a:endParaRPr lang="en-US" dirty="0"/>
          </a:p>
          <a:p>
            <a:r>
              <a:rPr lang="en-US" dirty="0"/>
              <a:t>    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++)//</a:t>
            </a:r>
            <a:r>
              <a:rPr lang="ru-RU" dirty="0"/>
              <a:t>Удаление прошлой игры</a:t>
            </a:r>
          </a:p>
          <a:p>
            <a:r>
              <a:rPr lang="ru-RU" dirty="0"/>
              <a:t>                </a:t>
            </a:r>
            <a:r>
              <a:rPr lang="en-US" dirty="0"/>
              <a:t>for (j = 0; j &lt; 4;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    if (</a:t>
            </a:r>
            <a:r>
              <a:rPr lang="en-US" dirty="0" err="1"/>
              <a:t>this.Controls.Contains</a:t>
            </a:r>
            <a:r>
              <a:rPr lang="en-US" dirty="0"/>
              <a:t>(Pb[</a:t>
            </a:r>
            <a:r>
              <a:rPr lang="en-US" dirty="0" err="1"/>
              <a:t>i</a:t>
            </a:r>
            <a:r>
              <a:rPr lang="en-US" dirty="0"/>
              <a:t>, j]))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this.Controls.Remove</a:t>
            </a:r>
            <a:r>
              <a:rPr lang="en-US" dirty="0"/>
              <a:t>(Pb[</a:t>
            </a:r>
            <a:r>
              <a:rPr lang="en-US" dirty="0" err="1"/>
              <a:t>i</a:t>
            </a:r>
            <a:r>
              <a:rPr lang="en-US" dirty="0"/>
              <a:t>, j]);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D346A1-92B7-420F-A44C-880B7307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514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0C43E-6F6C-4D26-8957-FFB5A8D0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Функция для создания всех основных массивов и отрисовки поля игры(продолжение</a:t>
            </a:r>
            <a:r>
              <a:rPr lang="en-US" dirty="0">
                <a:highlight>
                  <a:srgbClr val="FFFF00"/>
                </a:highlight>
              </a:rPr>
              <a:t> 1</a:t>
            </a:r>
            <a:r>
              <a:rPr lang="ru-RU" dirty="0"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85899-9C80-4EDC-873A-27EFD87F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212"/>
            <a:ext cx="10515600" cy="48942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4;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    for (j = 0; j &lt; 4;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{//</a:t>
            </a:r>
            <a:r>
              <a:rPr lang="ru-RU" dirty="0"/>
              <a:t>Создаем массив игрового поля</a:t>
            </a:r>
          </a:p>
          <a:p>
            <a:r>
              <a:rPr lang="ru-RU" dirty="0"/>
              <a:t>                    </a:t>
            </a:r>
            <a:r>
              <a:rPr lang="en-US" dirty="0"/>
              <a:t>Pb[</a:t>
            </a:r>
            <a:r>
              <a:rPr lang="en-US" dirty="0" err="1"/>
              <a:t>i</a:t>
            </a:r>
            <a:r>
              <a:rPr lang="en-US" dirty="0"/>
              <a:t>, j] = new </a:t>
            </a:r>
            <a:r>
              <a:rPr lang="en-US" dirty="0" err="1"/>
              <a:t>PictureBox</a:t>
            </a:r>
            <a:r>
              <a:rPr lang="en-US" dirty="0"/>
              <a:t>();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j].Left = x0 + j * (w + 10);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j].Top = y0 + </a:t>
            </a:r>
            <a:r>
              <a:rPr lang="en-US" dirty="0" err="1"/>
              <a:t>i</a:t>
            </a:r>
            <a:r>
              <a:rPr lang="en-US" dirty="0"/>
              <a:t> * (h + 10);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j].Width = w;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j].Height = h;</a:t>
            </a:r>
          </a:p>
          <a:p>
            <a:r>
              <a:rPr lang="en-US" dirty="0"/>
              <a:t>                    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</a:t>
            </a:r>
            <a:r>
              <a:rPr lang="en-US" dirty="0" err="1"/>
              <a:t>BorderStyle</a:t>
            </a:r>
            <a:r>
              <a:rPr lang="en-US" dirty="0"/>
              <a:t> = BorderStyle.Fixed3D;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j].Click += </a:t>
            </a:r>
            <a:r>
              <a:rPr lang="en-US" dirty="0" err="1"/>
              <a:t>Pb_Click</a:t>
            </a:r>
            <a:r>
              <a:rPr lang="en-US" dirty="0"/>
              <a:t>;</a:t>
            </a:r>
          </a:p>
          <a:p>
            <a:r>
              <a:rPr lang="en-US" dirty="0"/>
              <a:t>                    </a:t>
            </a:r>
            <a:r>
              <a:rPr lang="en-US" dirty="0" err="1"/>
              <a:t>Controls.Add</a:t>
            </a:r>
            <a:r>
              <a:rPr lang="en-US" dirty="0"/>
              <a:t>(Pb[</a:t>
            </a:r>
            <a:r>
              <a:rPr lang="en-US" dirty="0" err="1"/>
              <a:t>i</a:t>
            </a:r>
            <a:r>
              <a:rPr lang="en-US" dirty="0"/>
              <a:t>, j]);</a:t>
            </a:r>
          </a:p>
          <a:p>
            <a:r>
              <a:rPr lang="en-US" dirty="0"/>
              <a:t>        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18EF37-D9CF-4B84-9452-1B4D024C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78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86A79-657B-4867-93EB-46E81BD6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Функция для создания всех основных массивов и отрисовки поля игры(продолжение</a:t>
            </a:r>
            <a:r>
              <a:rPr lang="en-US" dirty="0">
                <a:highlight>
                  <a:srgbClr val="FFFF00"/>
                </a:highlight>
              </a:rPr>
              <a:t> 2</a:t>
            </a:r>
            <a:r>
              <a:rPr lang="ru-RU" dirty="0"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B1751D-FCAF-4D6F-853D-FBBB46156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987"/>
            <a:ext cx="10515600" cy="46783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dirty="0" err="1"/>
              <a:t>InitializeArray</a:t>
            </a:r>
            <a:r>
              <a:rPr lang="en-US" dirty="0"/>
              <a:t>(); //</a:t>
            </a:r>
            <a:r>
              <a:rPr lang="ru-RU" dirty="0"/>
              <a:t>Инициализация двумерного массива </a:t>
            </a:r>
            <a:r>
              <a:rPr lang="en-US" dirty="0"/>
              <a:t>pole.</a:t>
            </a:r>
          </a:p>
          <a:p>
            <a:r>
              <a:rPr lang="en-US" dirty="0"/>
              <a:t>            FillArray_2();//</a:t>
            </a:r>
            <a:r>
              <a:rPr lang="ru-RU" dirty="0"/>
              <a:t>заполнение двумерного массива </a:t>
            </a:r>
            <a:r>
              <a:rPr lang="en-US" dirty="0"/>
              <a:t>pole - </a:t>
            </a:r>
            <a:r>
              <a:rPr lang="ru-RU" dirty="0"/>
              <a:t>числа для соответствия парным картинкам.</a:t>
            </a:r>
          </a:p>
          <a:p>
            <a:endParaRPr lang="ru-RU" dirty="0"/>
          </a:p>
          <a:p>
            <a:r>
              <a:rPr lang="ru-RU" dirty="0"/>
              <a:t>            </a:t>
            </a: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    for (j = 0; j &lt; 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</a:t>
            </a:r>
            <a:r>
              <a:rPr lang="en-US" dirty="0" err="1"/>
              <a:t>zvr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, j] = </a:t>
            </a:r>
            <a:r>
              <a:rPr lang="en-US" dirty="0" err="1"/>
              <a:t>zv</a:t>
            </a:r>
            <a:r>
              <a:rPr lang="en-US" dirty="0"/>
              <a:t>[pole[</a:t>
            </a:r>
            <a:r>
              <a:rPr lang="en-US" dirty="0" err="1"/>
              <a:t>i</a:t>
            </a:r>
            <a:r>
              <a:rPr lang="en-US" dirty="0"/>
              <a:t>, j]];// </a:t>
            </a:r>
            <a:r>
              <a:rPr lang="ru-RU" dirty="0"/>
              <a:t>заполнение резервного массива  </a:t>
            </a:r>
            <a:r>
              <a:rPr lang="en-US" dirty="0" err="1"/>
              <a:t>zvr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, j]</a:t>
            </a:r>
          </a:p>
          <a:p>
            <a:r>
              <a:rPr lang="en-US" dirty="0"/>
              <a:t>                    Pb[</a:t>
            </a:r>
            <a:r>
              <a:rPr lang="en-US" dirty="0" err="1"/>
              <a:t>i</a:t>
            </a:r>
            <a:r>
              <a:rPr lang="en-US" dirty="0"/>
              <a:t>, j].Image = </a:t>
            </a:r>
            <a:r>
              <a:rPr lang="en-US" dirty="0" err="1"/>
              <a:t>zvr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, j];//</a:t>
            </a:r>
            <a:r>
              <a:rPr lang="ru-RU" dirty="0"/>
              <a:t>заполнение свойства </a:t>
            </a:r>
            <a:r>
              <a:rPr lang="en-US" dirty="0"/>
              <a:t>Image </a:t>
            </a:r>
            <a:r>
              <a:rPr lang="ru-RU" dirty="0"/>
              <a:t>у игрового поля</a:t>
            </a:r>
          </a:p>
          <a:p>
            <a:r>
              <a:rPr lang="ru-RU" dirty="0"/>
              <a:t>                }                </a:t>
            </a:r>
          </a:p>
          <a:p>
            <a:r>
              <a:rPr lang="ru-RU" dirty="0"/>
              <a:t>        }</a:t>
            </a:r>
            <a:endParaRPr lang="en-US" dirty="0"/>
          </a:p>
          <a:p>
            <a:r>
              <a:rPr lang="en-US" dirty="0"/>
              <a:t>//</a:t>
            </a:r>
            <a:r>
              <a:rPr lang="ru-RU" dirty="0"/>
              <a:t>конец функции </a:t>
            </a:r>
            <a:r>
              <a:rPr lang="en-US" dirty="0"/>
              <a:t>public void </a:t>
            </a:r>
            <a:r>
              <a:rPr lang="en-US" dirty="0" err="1"/>
              <a:t>Create_pole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668DE5-AE83-4804-9871-1A0B4376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627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20D47-4EA3-49F3-BDD9-0203D290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27175"/>
          </a:xfrm>
        </p:spPr>
        <p:txBody>
          <a:bodyPr>
            <a:noAutofit/>
          </a:bodyPr>
          <a:lstStyle/>
          <a:p>
            <a:r>
              <a:rPr lang="ru-RU" sz="2800" b="1" dirty="0">
                <a:highlight>
                  <a:srgbClr val="FFFF00"/>
                </a:highlight>
              </a:rPr>
              <a:t>Обработчик события </a:t>
            </a:r>
            <a:r>
              <a:rPr lang="en-US" sz="2800" b="1" dirty="0">
                <a:highlight>
                  <a:srgbClr val="FFFF00"/>
                </a:highlight>
              </a:rPr>
              <a:t>Tick </a:t>
            </a:r>
            <a:r>
              <a:rPr lang="ru-RU" sz="2800" b="1" dirty="0">
                <a:highlight>
                  <a:srgbClr val="FFFF00"/>
                </a:highlight>
              </a:rPr>
              <a:t>второго таймера. Он нужен, чтобы, если мы неправильно открыли парную картинку, могли на нее некоторое время посмотреть </a:t>
            </a:r>
            <a:r>
              <a:rPr lang="en-US" sz="2800" b="1" dirty="0">
                <a:highlight>
                  <a:srgbClr val="FFFF00"/>
                </a:highlight>
              </a:rPr>
              <a:t>tim3=5</a:t>
            </a:r>
            <a:r>
              <a:rPr lang="ru-RU" sz="2800" b="1" dirty="0">
                <a:highlight>
                  <a:srgbClr val="FFFF00"/>
                </a:highlight>
              </a:rPr>
              <a:t>. Переменная </a:t>
            </a:r>
            <a:r>
              <a:rPr lang="en-US" sz="2800" b="1" dirty="0">
                <a:highlight>
                  <a:srgbClr val="FFFF00"/>
                </a:highlight>
              </a:rPr>
              <a:t>test=1</a:t>
            </a:r>
            <a:r>
              <a:rPr lang="ru-RU" sz="2800" b="1" dirty="0">
                <a:highlight>
                  <a:srgbClr val="FFFF00"/>
                </a:highlight>
              </a:rPr>
              <a:t> означает, что картинку открыли неудачно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B99BBC-5D98-46D8-90E4-1939AEC2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37013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private void timer2_Tick(object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tim3++;</a:t>
            </a:r>
          </a:p>
          <a:p>
            <a:r>
              <a:rPr lang="en-US" dirty="0"/>
              <a:t>            if ((tim3==5)&amp;&amp;(test==1))</a:t>
            </a:r>
          </a:p>
          <a:p>
            <a:r>
              <a:rPr lang="en-US" dirty="0"/>
              <a:t>            {            </a:t>
            </a:r>
          </a:p>
          <a:p>
            <a:r>
              <a:rPr lang="en-US" dirty="0"/>
              <a:t>                Pb[ii2, jj2].Image = null;//</a:t>
            </a:r>
            <a:r>
              <a:rPr lang="ru-RU" dirty="0"/>
              <a:t>изображение спряталось</a:t>
            </a:r>
          </a:p>
          <a:p>
            <a:r>
              <a:rPr lang="ru-RU" dirty="0"/>
              <a:t>                </a:t>
            </a:r>
            <a:r>
              <a:rPr lang="en-US" dirty="0"/>
              <a:t>Pb[ii1, jj1].Image = null;//</a:t>
            </a:r>
            <a:r>
              <a:rPr lang="ru-RU" dirty="0"/>
              <a:t>изображение спряталось                </a:t>
            </a:r>
          </a:p>
          <a:p>
            <a:r>
              <a:rPr lang="ru-RU" dirty="0"/>
              <a:t>            }</a:t>
            </a:r>
          </a:p>
          <a:p>
            <a:r>
              <a:rPr lang="ru-RU" dirty="0"/>
              <a:t>        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A820E9-17AA-4661-ABBC-514B40D0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84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85594-BD5F-4652-844D-BE12F792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highlight>
                  <a:srgbClr val="FFFF00"/>
                </a:highlight>
              </a:rPr>
              <a:t>Обработчик события </a:t>
            </a:r>
            <a:r>
              <a:rPr lang="en-US" sz="2400" b="1" dirty="0">
                <a:highlight>
                  <a:srgbClr val="FFFF00"/>
                </a:highlight>
              </a:rPr>
              <a:t>Tick </a:t>
            </a:r>
            <a:r>
              <a:rPr lang="ru-RU" sz="2400" b="1" dirty="0">
                <a:highlight>
                  <a:srgbClr val="FFFF00"/>
                </a:highlight>
              </a:rPr>
              <a:t>первого таймера. Он нужен для того, чтобы, во-первых, мы могли некоторое время посмотреть на расположение картинок, прежде чем таймер их закроет, во вторых, этот таймер отсчитывает общее время игры </a:t>
            </a:r>
            <a:r>
              <a:rPr lang="en-US" sz="2400" b="1" dirty="0">
                <a:highlight>
                  <a:srgbClr val="FFFF00"/>
                </a:highlight>
              </a:rPr>
              <a:t>tim2</a:t>
            </a:r>
            <a:endParaRPr lang="ru-RU" sz="2400" dirty="0">
              <a:highlight>
                <a:srgbClr val="FFFF00"/>
              </a:highligh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6B20A-B479-4B72-8E9B-01EEEE98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private void timer1_Tick(object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tim</a:t>
            </a:r>
            <a:r>
              <a:rPr lang="en-US" dirty="0"/>
              <a:t> = </a:t>
            </a:r>
            <a:r>
              <a:rPr lang="en-US" dirty="0" err="1"/>
              <a:t>tim</a:t>
            </a:r>
            <a:r>
              <a:rPr lang="en-US" dirty="0"/>
              <a:t> - 1;//</a:t>
            </a:r>
            <a:r>
              <a:rPr lang="ru-RU" dirty="0"/>
              <a:t>Какое-то время видны все рисунки</a:t>
            </a:r>
          </a:p>
          <a:p>
            <a:r>
              <a:rPr lang="ru-RU" dirty="0"/>
              <a:t>            </a:t>
            </a:r>
            <a:r>
              <a:rPr lang="en-US" dirty="0"/>
              <a:t>if (</a:t>
            </a:r>
            <a:r>
              <a:rPr lang="en-US" dirty="0" err="1"/>
              <a:t>tim</a:t>
            </a:r>
            <a:r>
              <a:rPr lang="en-US" dirty="0"/>
              <a:t> == 0)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Pict_hide</a:t>
            </a:r>
            <a:r>
              <a:rPr lang="en-US" dirty="0"/>
              <a:t>();              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tim2--;//</a:t>
            </a:r>
            <a:r>
              <a:rPr lang="ru-RU" dirty="0"/>
              <a:t>отсчет времени игры, доходит до 0 – игра останавливается</a:t>
            </a:r>
            <a:endParaRPr lang="en-US" dirty="0"/>
          </a:p>
          <a:p>
            <a:r>
              <a:rPr lang="en-US" dirty="0"/>
              <a:t>            textBox2.Text = tim2.ToString();</a:t>
            </a:r>
          </a:p>
          <a:p>
            <a:r>
              <a:rPr lang="en-US" dirty="0"/>
              <a:t>            if (tim2 &lt; 0)</a:t>
            </a:r>
          </a:p>
          <a:p>
            <a:r>
              <a:rPr lang="en-US" dirty="0"/>
              <a:t>            {                </a:t>
            </a:r>
          </a:p>
          <a:p>
            <a:r>
              <a:rPr lang="en-US" dirty="0"/>
              <a:t>                textBox2.Text = "Game Over!";              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A509FA-EEAC-4B75-89E5-A7050F0C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696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2E06A-D324-450F-996A-870458F9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ru-RU" dirty="0">
                <a:highlight>
                  <a:srgbClr val="FFFF00"/>
                </a:highlight>
              </a:rPr>
              <a:t>Обработка </a:t>
            </a:r>
            <a:r>
              <a:rPr lang="en-US" dirty="0">
                <a:highlight>
                  <a:srgbClr val="FFFF00"/>
                </a:highlight>
              </a:rPr>
              <a:t>click</a:t>
            </a:r>
            <a:r>
              <a:rPr lang="ru-RU" dirty="0">
                <a:highlight>
                  <a:srgbClr val="FFFF00"/>
                </a:highlight>
              </a:rPr>
              <a:t> (щелчка мыши) 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ru-RU" dirty="0">
                <a:highlight>
                  <a:srgbClr val="FFFF00"/>
                </a:highlight>
              </a:rPr>
              <a:t>по картинке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69E9E-BB6D-4BDF-BBA8-0FC483595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492"/>
            <a:ext cx="10515600" cy="513947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public void </a:t>
            </a:r>
            <a:r>
              <a:rPr lang="en-US" dirty="0" err="1"/>
              <a:t>Pb_Click</a:t>
            </a:r>
            <a:r>
              <a:rPr lang="en-US" dirty="0"/>
              <a:t>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{//</a:t>
            </a:r>
            <a:r>
              <a:rPr lang="ru-RU" dirty="0"/>
              <a:t>Обработчик щелчка по </a:t>
            </a:r>
            <a:r>
              <a:rPr lang="en-US" dirty="0"/>
              <a:t>Pb[</a:t>
            </a:r>
            <a:r>
              <a:rPr lang="en-US" dirty="0" err="1"/>
              <a:t>i,j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PictureBox</a:t>
            </a:r>
            <a:r>
              <a:rPr lang="en-US" dirty="0"/>
              <a:t> </a:t>
            </a:r>
            <a:r>
              <a:rPr lang="en-US" dirty="0" err="1"/>
              <a:t>Pib</a:t>
            </a:r>
            <a:r>
              <a:rPr lang="en-US" dirty="0"/>
              <a:t>;</a:t>
            </a:r>
          </a:p>
          <a:p>
            <a:r>
              <a:rPr lang="en-US" dirty="0"/>
              <a:t>            </a:t>
            </a:r>
            <a:r>
              <a:rPr lang="en-US" dirty="0" err="1"/>
              <a:t>Pib</a:t>
            </a:r>
            <a:r>
              <a:rPr lang="en-US" dirty="0"/>
              <a:t> = (</a:t>
            </a:r>
            <a:r>
              <a:rPr lang="en-US" dirty="0" err="1"/>
              <a:t>PictureBox</a:t>
            </a:r>
            <a:r>
              <a:rPr lang="en-US" dirty="0"/>
              <a:t>)sender;</a:t>
            </a:r>
          </a:p>
          <a:p>
            <a:r>
              <a:rPr lang="en-US" dirty="0"/>
              <a:t>            if (tim2 &gt; 0)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clik</a:t>
            </a:r>
            <a:r>
              <a:rPr lang="en-US" dirty="0"/>
              <a:t>++;</a:t>
            </a:r>
          </a:p>
          <a:p>
            <a:r>
              <a:rPr lang="en-US" dirty="0"/>
              <a:t>                if (</a:t>
            </a:r>
            <a:r>
              <a:rPr lang="en-US" dirty="0" err="1"/>
              <a:t>clik</a:t>
            </a:r>
            <a:r>
              <a:rPr lang="en-US" dirty="0"/>
              <a:t> == 1)// </a:t>
            </a:r>
            <a:r>
              <a:rPr lang="ru-RU" dirty="0"/>
              <a:t>нажали на первую картинку из пары</a:t>
            </a:r>
            <a:endParaRPr lang="en-US" dirty="0"/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jj1 = (</a:t>
            </a:r>
            <a:r>
              <a:rPr lang="en-US" dirty="0" err="1"/>
              <a:t>Pib.Left</a:t>
            </a:r>
            <a:r>
              <a:rPr lang="en-US" dirty="0"/>
              <a:t> - x0) / w;//</a:t>
            </a:r>
            <a:r>
              <a:rPr lang="ru-RU" dirty="0"/>
              <a:t>Номер столбца и строки элемента,</a:t>
            </a:r>
          </a:p>
          <a:p>
            <a:r>
              <a:rPr lang="ru-RU" dirty="0"/>
              <a:t>                    </a:t>
            </a:r>
            <a:r>
              <a:rPr lang="en-US" dirty="0"/>
              <a:t>ii1 = (</a:t>
            </a:r>
            <a:r>
              <a:rPr lang="en-US" dirty="0" err="1"/>
              <a:t>Pib.Top</a:t>
            </a:r>
            <a:r>
              <a:rPr lang="en-US" dirty="0"/>
              <a:t> - y0) / h;//</a:t>
            </a:r>
            <a:r>
              <a:rPr lang="ru-RU" dirty="0"/>
              <a:t>по которому кликнули - запомнили.</a:t>
            </a:r>
          </a:p>
          <a:p>
            <a:r>
              <a:rPr lang="ru-RU" dirty="0"/>
              <a:t>                    </a:t>
            </a:r>
            <a:r>
              <a:rPr lang="en-US" dirty="0"/>
              <a:t>Pb[ii1, jj1].Image = </a:t>
            </a:r>
            <a:r>
              <a:rPr lang="en-US" dirty="0" err="1"/>
              <a:t>zvr</a:t>
            </a:r>
            <a:r>
              <a:rPr lang="en-US" dirty="0"/>
              <a:t>[ii1, jj1];</a:t>
            </a:r>
            <a:r>
              <a:rPr lang="ru-RU" dirty="0"/>
              <a:t> </a:t>
            </a:r>
            <a:r>
              <a:rPr lang="en-US" dirty="0"/>
              <a:t>// </a:t>
            </a:r>
            <a:r>
              <a:rPr lang="ru-RU" dirty="0"/>
              <a:t>открыли рисунок</a:t>
            </a:r>
            <a:endParaRPr lang="en-US" dirty="0"/>
          </a:p>
          <a:p>
            <a:r>
              <a:rPr lang="en-US" dirty="0"/>
              <a:t>                    Pb[ii1, jj1].Enabled = true;</a:t>
            </a:r>
          </a:p>
          <a:p>
            <a:r>
              <a:rPr lang="en-US" dirty="0"/>
              <a:t>        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C7E3C-18AC-4C15-A6BF-F9854A9B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623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CBBF9-590F-42C4-AB83-8CC0DEBF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365125"/>
            <a:ext cx="11607800" cy="536575"/>
          </a:xfrm>
        </p:spPr>
        <p:txBody>
          <a:bodyPr>
            <a:normAutofit/>
          </a:bodyPr>
          <a:lstStyle/>
          <a:p>
            <a:r>
              <a:rPr lang="ru-RU" sz="3200" dirty="0">
                <a:highlight>
                  <a:srgbClr val="FFFF00"/>
                </a:highlight>
              </a:rPr>
              <a:t>Обработка </a:t>
            </a:r>
            <a:r>
              <a:rPr lang="en-US" sz="3200" dirty="0">
                <a:highlight>
                  <a:srgbClr val="FFFF00"/>
                </a:highlight>
              </a:rPr>
              <a:t>click</a:t>
            </a:r>
            <a:r>
              <a:rPr lang="ru-RU" sz="3200" dirty="0">
                <a:highlight>
                  <a:srgbClr val="FFFF00"/>
                </a:highlight>
              </a:rPr>
              <a:t> (щелчка мыши) </a:t>
            </a:r>
            <a:r>
              <a:rPr lang="en-US" sz="3200" dirty="0">
                <a:highlight>
                  <a:srgbClr val="FFFF00"/>
                </a:highlight>
              </a:rPr>
              <a:t> </a:t>
            </a:r>
            <a:r>
              <a:rPr lang="ru-RU" sz="3200" dirty="0">
                <a:highlight>
                  <a:srgbClr val="FFFF00"/>
                </a:highlight>
              </a:rPr>
              <a:t>по картинке (продолжение 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DF560-4051-40DC-9B45-F9FF4FB1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300"/>
            <a:ext cx="10515600" cy="51736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if (</a:t>
            </a:r>
            <a:r>
              <a:rPr lang="en-US" dirty="0" err="1"/>
              <a:t>clik</a:t>
            </a:r>
            <a:r>
              <a:rPr lang="en-US" dirty="0"/>
              <a:t> == 2)</a:t>
            </a:r>
            <a:r>
              <a:rPr lang="ru-RU" dirty="0"/>
              <a:t> </a:t>
            </a:r>
            <a:r>
              <a:rPr lang="en-US" dirty="0"/>
              <a:t>                {// </a:t>
            </a:r>
            <a:r>
              <a:rPr lang="ru-RU" dirty="0"/>
              <a:t>это если щелчок по предполагаемой паре</a:t>
            </a:r>
            <a:endParaRPr lang="en-US" dirty="0"/>
          </a:p>
          <a:p>
            <a:r>
              <a:rPr lang="en-US" dirty="0"/>
              <a:t>                    jj2 = (</a:t>
            </a:r>
            <a:r>
              <a:rPr lang="en-US" dirty="0" err="1"/>
              <a:t>Pib.Left</a:t>
            </a:r>
            <a:r>
              <a:rPr lang="en-US" dirty="0"/>
              <a:t> - x0) / w;//</a:t>
            </a:r>
            <a:r>
              <a:rPr lang="ru-RU" dirty="0"/>
              <a:t>Номер столбца и строки элемента,</a:t>
            </a:r>
          </a:p>
          <a:p>
            <a:r>
              <a:rPr lang="ru-RU" dirty="0"/>
              <a:t>                    </a:t>
            </a:r>
            <a:r>
              <a:rPr lang="en-US" dirty="0"/>
              <a:t>ii2 = (</a:t>
            </a:r>
            <a:r>
              <a:rPr lang="en-US" dirty="0" err="1"/>
              <a:t>Pib.Top</a:t>
            </a:r>
            <a:r>
              <a:rPr lang="en-US" dirty="0"/>
              <a:t> - y0) / h;//</a:t>
            </a:r>
            <a:r>
              <a:rPr lang="ru-RU" dirty="0"/>
              <a:t>по которому кликнули - запомнили.</a:t>
            </a:r>
          </a:p>
          <a:p>
            <a:r>
              <a:rPr lang="ru-RU" dirty="0"/>
              <a:t>                    </a:t>
            </a:r>
            <a:r>
              <a:rPr lang="en-US" dirty="0"/>
              <a:t>Pb[ii2, jj2].Image = </a:t>
            </a:r>
            <a:r>
              <a:rPr lang="en-US" dirty="0" err="1"/>
              <a:t>zvr</a:t>
            </a:r>
            <a:r>
              <a:rPr lang="en-US" dirty="0"/>
              <a:t>[ii2, jj2];</a:t>
            </a:r>
          </a:p>
          <a:p>
            <a:r>
              <a:rPr lang="en-US" dirty="0"/>
              <a:t>                    Pb[ii2, jj2].Enabled = true;</a:t>
            </a:r>
          </a:p>
          <a:p>
            <a:r>
              <a:rPr lang="en-US" dirty="0"/>
              <a:t>                    if ((pole[ii1, jj1] == pole[ii2, jj2]) &amp;&amp; (pole[ii1, jj1] != -1))</a:t>
            </a:r>
          </a:p>
          <a:p>
            <a:r>
              <a:rPr lang="ru-RU" dirty="0"/>
              <a:t>                    {</a:t>
            </a:r>
            <a:r>
              <a:rPr lang="en-US" dirty="0"/>
              <a:t>//</a:t>
            </a:r>
            <a:r>
              <a:rPr lang="ru-RU" dirty="0"/>
              <a:t>Если угадали</a:t>
            </a:r>
          </a:p>
          <a:p>
            <a:r>
              <a:rPr lang="ru-RU" dirty="0"/>
              <a:t>                        </a:t>
            </a:r>
            <a:r>
              <a:rPr lang="en-US" dirty="0" err="1"/>
              <a:t>MessageBox.Show</a:t>
            </a:r>
            <a:r>
              <a:rPr lang="en-US" dirty="0"/>
              <a:t>("Ok");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ochki</a:t>
            </a:r>
            <a:r>
              <a:rPr lang="en-US" dirty="0"/>
              <a:t>++;</a:t>
            </a:r>
          </a:p>
          <a:p>
            <a:r>
              <a:rPr lang="en-US" dirty="0"/>
              <a:t>                        textBox1.Text = </a:t>
            </a:r>
            <a:r>
              <a:rPr lang="en-US" dirty="0" err="1"/>
              <a:t>ochki.ToString</a:t>
            </a:r>
            <a:r>
              <a:rPr lang="en-US" dirty="0"/>
              <a:t>();</a:t>
            </a:r>
          </a:p>
          <a:p>
            <a:r>
              <a:rPr lang="en-US" dirty="0"/>
              <a:t>                        if (</a:t>
            </a:r>
            <a:r>
              <a:rPr lang="en-US" dirty="0" err="1"/>
              <a:t>ochki</a:t>
            </a:r>
            <a:r>
              <a:rPr lang="en-US" dirty="0"/>
              <a:t> == 8)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MessageBox.Show</a:t>
            </a:r>
            <a:r>
              <a:rPr lang="en-US" dirty="0"/>
              <a:t>("</a:t>
            </a:r>
            <a:r>
              <a:rPr lang="ru-RU" dirty="0"/>
              <a:t>Победа");</a:t>
            </a:r>
          </a:p>
          <a:p>
            <a:r>
              <a:rPr lang="ru-RU" dirty="0"/>
              <a:t>                        </a:t>
            </a:r>
            <a:r>
              <a:rPr lang="en-US" dirty="0"/>
              <a:t>pole[ii1, jj1] = -1;</a:t>
            </a:r>
          </a:p>
          <a:p>
            <a:r>
              <a:rPr lang="en-US" dirty="0"/>
              <a:t>                        pole[ii2, jj2] = -1;</a:t>
            </a:r>
          </a:p>
          <a:p>
            <a:r>
              <a:rPr lang="en-US" dirty="0"/>
              <a:t>                        test = 0;</a:t>
            </a:r>
          </a:p>
          <a:p>
            <a:r>
              <a:rPr lang="en-US" dirty="0"/>
              <a:t>                        tim3 = 15;</a:t>
            </a:r>
            <a:r>
              <a:rPr lang="ru-RU" dirty="0"/>
              <a:t> </a:t>
            </a:r>
            <a:r>
              <a:rPr lang="en-US" dirty="0"/>
              <a:t>                           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D6CEFF-5A47-4DC8-9936-BD518DA8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66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02594-2C71-41E7-BE92-A95931A4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934700" cy="549275"/>
          </a:xfrm>
        </p:spPr>
        <p:txBody>
          <a:bodyPr>
            <a:noAutofit/>
          </a:bodyPr>
          <a:lstStyle/>
          <a:p>
            <a:r>
              <a:rPr lang="ru-RU" sz="3200" dirty="0">
                <a:highlight>
                  <a:srgbClr val="FFFF00"/>
                </a:highlight>
              </a:rPr>
              <a:t>Обработка </a:t>
            </a:r>
            <a:r>
              <a:rPr lang="en-US" sz="3200" dirty="0">
                <a:highlight>
                  <a:srgbClr val="FFFF00"/>
                </a:highlight>
              </a:rPr>
              <a:t>click</a:t>
            </a:r>
            <a:r>
              <a:rPr lang="ru-RU" sz="3200" dirty="0">
                <a:highlight>
                  <a:srgbClr val="FFFF00"/>
                </a:highlight>
              </a:rPr>
              <a:t> (щелчка мыши) </a:t>
            </a:r>
            <a:r>
              <a:rPr lang="en-US" sz="3200" dirty="0">
                <a:highlight>
                  <a:srgbClr val="FFFF00"/>
                </a:highlight>
              </a:rPr>
              <a:t> </a:t>
            </a:r>
            <a:r>
              <a:rPr lang="ru-RU" sz="3200" dirty="0">
                <a:highlight>
                  <a:srgbClr val="FFFF00"/>
                </a:highlight>
              </a:rPr>
              <a:t>по картинке (продолжение 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FA4EB-5C79-437F-8126-1FFE9EC0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500"/>
            <a:ext cx="10515600" cy="5097463"/>
          </a:xfrm>
        </p:spPr>
        <p:txBody>
          <a:bodyPr/>
          <a:lstStyle/>
          <a:p>
            <a:r>
              <a:rPr lang="en-US" dirty="0"/>
              <a:t>else   {//</a:t>
            </a:r>
            <a:r>
              <a:rPr lang="ru-RU" dirty="0"/>
              <a:t>открыли неправильную картинку</a:t>
            </a:r>
            <a:endParaRPr lang="en-US" dirty="0"/>
          </a:p>
          <a:p>
            <a:r>
              <a:rPr lang="en-US" dirty="0"/>
              <a:t>                        tim3 = 0;// </a:t>
            </a:r>
            <a:r>
              <a:rPr lang="ru-RU" dirty="0"/>
              <a:t>начинаем отсчет времени, когда на </a:t>
            </a:r>
            <a:r>
              <a:rPr lang="ru-RU" dirty="0" err="1"/>
              <a:t>неправильну</a:t>
            </a:r>
            <a:r>
              <a:rPr lang="ru-RU" dirty="0"/>
              <a:t> картинку еще можно поглядеть</a:t>
            </a:r>
            <a:endParaRPr lang="en-US" dirty="0"/>
          </a:p>
          <a:p>
            <a:r>
              <a:rPr lang="en-US" dirty="0"/>
              <a:t>                        test = 1;</a:t>
            </a:r>
            <a:r>
              <a:rPr lang="ru-RU" dirty="0"/>
              <a:t> </a:t>
            </a:r>
          </a:p>
          <a:p>
            <a:r>
              <a:rPr lang="en-US" dirty="0"/>
              <a:t>             }</a:t>
            </a:r>
          </a:p>
          <a:p>
            <a:r>
              <a:rPr lang="en-US" dirty="0"/>
              <a:t>                    </a:t>
            </a:r>
            <a:r>
              <a:rPr lang="en-US" dirty="0" err="1"/>
              <a:t>clik</a:t>
            </a:r>
            <a:r>
              <a:rPr lang="en-US" dirty="0"/>
              <a:t> = 0;</a:t>
            </a:r>
            <a:r>
              <a:rPr lang="ru-RU" dirty="0"/>
              <a:t> </a:t>
            </a:r>
            <a:r>
              <a:rPr lang="en-US" dirty="0"/>
              <a:t>//</a:t>
            </a:r>
            <a:r>
              <a:rPr lang="ru-RU" dirty="0"/>
              <a:t>в любом случае, переменная </a:t>
            </a:r>
            <a:r>
              <a:rPr lang="en-US" dirty="0"/>
              <a:t>click </a:t>
            </a:r>
            <a:r>
              <a:rPr lang="ru-RU" dirty="0" err="1"/>
              <a:t>зануляется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91E079-4C44-4CD4-BEE1-F948ADC8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915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FF7E7-B187-4AAD-897B-9A694792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Обработчик </a:t>
            </a:r>
            <a:r>
              <a:rPr lang="en-US" dirty="0">
                <a:highlight>
                  <a:srgbClr val="FFFF00"/>
                </a:highlight>
              </a:rPr>
              <a:t>Click </a:t>
            </a:r>
            <a:r>
              <a:rPr lang="ru-RU" dirty="0">
                <a:highlight>
                  <a:srgbClr val="FFFF00"/>
                </a:highlight>
              </a:rPr>
              <a:t>на кнопке начала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C74E14-A8DF-4799-88BE-457E76FF4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private void </a:t>
            </a:r>
            <a:r>
              <a:rPr lang="en-US" dirty="0" err="1"/>
              <a:t>button_start_Click</a:t>
            </a:r>
            <a:r>
              <a:rPr lang="en-US" dirty="0"/>
              <a:t>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//</a:t>
            </a:r>
            <a:r>
              <a:rPr lang="ru-RU" dirty="0"/>
              <a:t>Запуск игры</a:t>
            </a:r>
          </a:p>
          <a:p>
            <a:r>
              <a:rPr lang="ru-RU" dirty="0"/>
              <a:t>            </a:t>
            </a:r>
            <a:r>
              <a:rPr lang="en-US" dirty="0" err="1"/>
              <a:t>Create_pole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Setka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tim</a:t>
            </a:r>
            <a:r>
              <a:rPr lang="en-US" dirty="0"/>
              <a:t> = 10;</a:t>
            </a:r>
          </a:p>
          <a:p>
            <a:r>
              <a:rPr lang="en-US" dirty="0"/>
              <a:t>            tim2 = 1200;</a:t>
            </a:r>
          </a:p>
          <a:p>
            <a:r>
              <a:rPr lang="en-US" dirty="0"/>
              <a:t>            timer1.Enabled = true;</a:t>
            </a:r>
          </a:p>
          <a:p>
            <a:r>
              <a:rPr lang="en-US" dirty="0"/>
              <a:t>            timer2.Enabled = true;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579ED2-70F4-4E50-8F1A-5E74CF84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355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C3CD9-C5B3-4524-A3C8-BCDF20B1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Обработчик </a:t>
            </a:r>
            <a:r>
              <a:rPr lang="en-US" dirty="0">
                <a:highlight>
                  <a:srgbClr val="FFFF00"/>
                </a:highlight>
              </a:rPr>
              <a:t>Click </a:t>
            </a:r>
            <a:r>
              <a:rPr lang="ru-RU" dirty="0">
                <a:highlight>
                  <a:srgbClr val="FFFF00"/>
                </a:highlight>
              </a:rPr>
              <a:t>на кнопке конца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496D9F-7594-4126-AB5D-FE5BA1DFA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void </a:t>
            </a:r>
            <a:r>
              <a:rPr lang="en-US" dirty="0" err="1"/>
              <a:t>button_exit_Click</a:t>
            </a:r>
            <a:r>
              <a:rPr lang="en-US" dirty="0"/>
              <a:t>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//</a:t>
            </a:r>
            <a:r>
              <a:rPr lang="ru-RU" dirty="0"/>
              <a:t>Выход</a:t>
            </a:r>
          </a:p>
          <a:p>
            <a:r>
              <a:rPr lang="ru-RU" dirty="0"/>
              <a:t>            </a:t>
            </a:r>
            <a:r>
              <a:rPr lang="en-US" dirty="0"/>
              <a:t>timer1.Enabled = false;</a:t>
            </a:r>
          </a:p>
          <a:p>
            <a:r>
              <a:rPr lang="en-US" dirty="0"/>
              <a:t>            timer2.Enabled = false;</a:t>
            </a:r>
          </a:p>
          <a:p>
            <a:r>
              <a:rPr lang="en-US" dirty="0"/>
              <a:t>            </a:t>
            </a:r>
            <a:r>
              <a:rPr lang="en-US" dirty="0" err="1"/>
              <a:t>this.Close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79FECB-E764-4D73-89CB-096079C8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011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CF7DE-BC5F-4B4D-8A5E-A9629121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Вроде и все.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106FA0-62D5-41A3-91D1-DF69D6E84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чего-то не хватает, смотрите текст программы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797BA1-19D8-48B5-9706-41A8F31C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DB86B-2221-41E7-8B2C-2F3C0D62A87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7918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2209</Words>
  <Application>Microsoft Office PowerPoint</Application>
  <PresentationFormat>Широкоэкранный</PresentationFormat>
  <Paragraphs>269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Cascadia Mono</vt:lpstr>
      <vt:lpstr>Times New Roman</vt:lpstr>
      <vt:lpstr>Times New Roman,Bold</vt:lpstr>
      <vt:lpstr>Тема Office</vt:lpstr>
      <vt:lpstr>Парные картинки</vt:lpstr>
      <vt:lpstr>Игра «парные картинки»</vt:lpstr>
      <vt:lpstr>Начало работы программы</vt:lpstr>
      <vt:lpstr>В конструкторе нужно создать следующие элементы</vt:lpstr>
      <vt:lpstr>Глобальные переменные</vt:lpstr>
      <vt:lpstr>Глобальные переменные(продолжение)</vt:lpstr>
      <vt:lpstr>Массив чисел pole[i,j]  для расположения картинок</vt:lpstr>
      <vt:lpstr>Массив чисел pole[i,j]  для расположения картинок</vt:lpstr>
      <vt:lpstr>Массив чисел pole[i,j]  для расположения картинок (продолжение)</vt:lpstr>
      <vt:lpstr>Инициируем графику</vt:lpstr>
      <vt:lpstr>Показываем игровое поле</vt:lpstr>
      <vt:lpstr>Прячем изображения перед началом игры</vt:lpstr>
      <vt:lpstr>Создаем сетку, в ячейки которой вставляем картинки</vt:lpstr>
      <vt:lpstr>Функция для создания всех основных массивов и отрисовки поля игры</vt:lpstr>
      <vt:lpstr>Функция для создания всех основных массивов и отрисовки поля игры(продолжение 1)</vt:lpstr>
      <vt:lpstr>Функция для создания всех основных массивов и отрисовки поля игры(продолжение 2)</vt:lpstr>
      <vt:lpstr>Обработчик события Tick второго таймера. Он нужен, чтобы, если мы неправильно открыли парную картинку, могли на нее некоторое время посмотреть tim3=5. Переменная test=1 означает, что картинку открыли неудачно</vt:lpstr>
      <vt:lpstr>Обработчик события Tick первого таймера. Он нужен для того, чтобы, во-первых, мы могли некоторое время посмотреть на расположение картинок, прежде чем таймер их закроет, во вторых, этот таймер отсчитывает общее время игры tim2</vt:lpstr>
      <vt:lpstr>Обработка click (щелчка мыши)  по картинке </vt:lpstr>
      <vt:lpstr>Обработка click (щелчка мыши)  по картинке (продолжение 1)</vt:lpstr>
      <vt:lpstr>Обработка click (щелчка мыши)  по картинке (продолжение 2)</vt:lpstr>
      <vt:lpstr>Обработчик Click на кнопке начала игры</vt:lpstr>
      <vt:lpstr>Обработчик Click на кнопке конца игры</vt:lpstr>
      <vt:lpstr>Вроде и все.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Парные картинки</dc:title>
  <dc:creator>Кали Ария</dc:creator>
  <cp:lastModifiedBy>Кали Ария</cp:lastModifiedBy>
  <cp:revision>24</cp:revision>
  <dcterms:created xsi:type="dcterms:W3CDTF">2022-04-04T11:56:31Z</dcterms:created>
  <dcterms:modified xsi:type="dcterms:W3CDTF">2022-04-04T14:23:26Z</dcterms:modified>
</cp:coreProperties>
</file>