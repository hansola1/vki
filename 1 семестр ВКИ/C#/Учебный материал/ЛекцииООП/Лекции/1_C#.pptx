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3f425fe8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3f425fe8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3f425fe8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3f425fe8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3f425fe8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3f425fe8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3f425fe8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3f425fe8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3f425fe8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3f425fe8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3f425fe8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3f425fe8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3f425fe8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3f425fe8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3f425fe8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3f425fe8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3f425fe8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3f425fe8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41f5db269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41f5db269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1f5db269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1f5db269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41f5db269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41f5db269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41f5db269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41f5db269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1f5db269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41f5db269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41f5db269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41f5db269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1f5db269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41f5db269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41f5db269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41f5db269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41f5db269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41f5db269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C#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Возможности, парадигмы языка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39950" y="15387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Паради́гма программи́рования — это совокупность идей и понятий, определяющих стиль написания компьютерных программ</a:t>
            </a:r>
            <a:r>
              <a:rPr lang="ru"/>
              <a:t>. Э</a:t>
            </a:r>
            <a:r>
              <a:rPr lang="ru"/>
              <a:t>то способ концептуализации, определяющий организацию вычислений и структурирование работы, выполняемой компьютером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Функциональное программирование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Объектно-ориентированное программирование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Аспектно-ориентированное программирование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Компонентно-ориентированное программирование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Событийно-ориентированное программирование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Функциональное программирование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парадигма программирования, в которой процесс вычисления трактуется как вычисление значений функций в математическом понимании последних (в отличие от функций как подпрограмм в процедурном программировании)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В ФП каждый символ является неизменяемым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Объектно-ориентированное программирование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Объе́ктно-ориенти́рованное программи́рование  — методология программирования, основанная на представлении программы в виде совокупности объектов, каждый из которых является экземпляром определённого класса, а классы образуют иерархию наследования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принципы  ООП 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абстрагирование для выделения в моделируемом предмете важного для решения конкретной задачи по предмету, в конечном счёте — контекстное понимание предмета, формализуемое в виде класса;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инкапсуляция для быстрой и безопасной организации собственно иерархической управляемости: чтобы было достаточно простой команды «что делать», без одновременного уточнения как именно делать, так как это уже другой уровень управления;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наследование для быстрой и безопасной организации родственных понятий: чтобы было достаточно на каждом иерархическом шаге учитывать только изменения, не дублируя всё остальное, учтённое на предыдущих шагах;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полиморфизм для определения точки, в которой единое управление лучше распараллелить или наоборот — собрать воедино.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Аспектно-ориентированное программирование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Аспе́ктно-ориенти́рованное программи́рование — парадигма программирования, основанная на идее разделения функциональности для улучшения разбиения программы на модули.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AOП дополняет объектно-ориентированное программирование, обогащая его другим типом модульности, который позволяет локализовать код реализации crosscutting логики в одном модуле. Такие модули обозначаются термином аспекты, от аспектно-ориентированного программирования.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Аспекты в системе могут изменяться, вставляться, удаляться на этапе компиляции и, более того, повторно использоваться.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Компонентно-ориентированное программирование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747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КОП — парадигма программирования, существенным образом опирающаяся на понятие компонента — независимого модуля исходного кода программы, предназначенного для повторного использования и развёртывания и реализующегося в виде множества языковых конструкций (например, «классов» в объектно-ориентированных языках программирования), объединённых по общему признаку и организованных в соответствии с определёнными правилами и ограничениями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Компонентно-ориентированный подход появился в 1987 году[1], когда Никлаус Вирт предложил для языка «Оберон» паттерн написания блоков. Данный паттерн сформировался при изучении проблемы «хрупких» базовых классов, возникающей при построении объёмной иерархии классов.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Паттерн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Шаблон проектирования или паттерн  в разработке программного обеспечения — повторяемая архитектурная конструкция, представляющая собой решение проблемы проектирования в рамках некоторого часто возникающего контекста.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Паттерн заключался в том, что компонент компилируется отдельно от других, а на стадии выполнения — необходимые компоненты подключаются динамически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Событийно-ориентированное программирование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Событи́йно-ориенти́рованное программи́рование  — парадигма программирования, в которой выполнение программы определяется событиями — действиями пользователя (клавиатура, мышь), сообщениями других программ и потоков, событиями операционной системы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СОП можно также определить как способ построения компьютерной программы, при котором в коде (как правило, в головной функции программы) явным образом выделяется главный цикл приложения, тело которого состоит из двух частей: выборки события и обработки события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Платформа .NET</a:t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.NET Framework — программная платформа, выпущенная компанией Microsoft в 2002 году. Основой платформы является общеязыковая среда исполнения Common Language Runtime, CLR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Схема выполнения программы</a:t>
            </a:r>
            <a:endParaRPr/>
          </a:p>
        </p:txBody>
      </p:sp>
      <p:pic>
        <p:nvPicPr>
          <p:cNvPr id="195" name="Google Shape;19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6325" y="1395650"/>
            <a:ext cx="5850775" cy="360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Структура платформы .NET</a:t>
            </a:r>
            <a:endParaRPr/>
          </a:p>
        </p:txBody>
      </p:sp>
      <p:pic>
        <p:nvPicPr>
          <p:cNvPr id="201" name="Google Shape;201;p24" title="Платформа Microsoft .NE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0238" y="1652075"/>
            <a:ext cx="6043525" cy="292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FFFF"/>
                </a:solidFill>
              </a:rPr>
              <a:t>Visual Studio .NET</a:t>
            </a:r>
            <a:endParaRPr/>
          </a:p>
        </p:txBody>
      </p:sp>
      <p:sp>
        <p:nvSpPr>
          <p:cNvPr id="207" name="Google Shape;207;p25"/>
          <p:cNvSpPr txBox="1"/>
          <p:nvPr/>
        </p:nvSpPr>
        <p:spPr>
          <a:xfrm>
            <a:off x="923200" y="1738475"/>
            <a:ext cx="7769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</a:rPr>
              <a:t>C</a:t>
            </a:r>
            <a:r>
              <a:rPr lang="ru">
                <a:solidFill>
                  <a:srgbClr val="FFFFFF"/>
                </a:solidFill>
              </a:rPr>
              <a:t>реда разработки, делающая разработку приложений быстрой и приятной. 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</a:rPr>
              <a:t>В Visual Studio .NET входят средства разработки на языках C# ( произносится "Си шарп" ), Visual Basic, Visual C++, а также ряд дополнительных технологий, облегчающих дизайн, коллективную разработку и внедрение Windows-приложений, web-приложений и web-сервисов.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.NET Enterprise Servers</a:t>
            </a:r>
            <a:endParaRPr/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набор серверных продуктов, сокращающих время, требуемое для разработки крупномасштабных бизнес-систем.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Сюда входят: 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AutoNum type="arabicPeriod"/>
            </a:pPr>
            <a:r>
              <a:rPr lang="ru" sz="1400"/>
              <a:t>Cервер баз данных SQL Server 2000, а также широкий ряд других серверных приложений Application Center 2000,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 sz="1400"/>
              <a:t>BizTalk Server 2000, Commerce Server 2000,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 sz="1400"/>
              <a:t>Exchange Server 2000,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 sz="1400"/>
              <a:t>Host Integration Server,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 sz="1400"/>
              <a:t>Internet Security Acceleration Server 2000.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.NET Framework</a:t>
            </a:r>
            <a:endParaRPr/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сердце платформы .NET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включает в себя общеязыковую среду выполнения Common Language Runtime ( CLR ) и общую структуру классов, которые могут использоваться всеми языками .NET.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 sz="1400"/>
              <a:t>Среди библиотек классов .NET Framework есть практически все для разработки 90% типичных бизнес-приложений. Классы для разработки графических Windows- и web- приложений, классы для работы с базами данных и XML, и многое другое</a:t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.NET Building Block Services</a:t>
            </a:r>
            <a:endParaRPr/>
          </a:p>
        </p:txBody>
      </p:sp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1297500" y="2325975"/>
            <a:ext cx="7038900" cy="21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Microsoft Passport, позволяющий установить единое имя пользователя и пароль на всех сайтах. Или такие сервисы, как календарь, поисковый сервис. 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800"/>
              <a:t>Сервисы могут быть платными.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Windows platform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9"/>
          <p:cNvSpPr txBox="1"/>
          <p:nvPr>
            <p:ph idx="1" type="body"/>
          </p:nvPr>
        </p:nvSpPr>
        <p:spPr>
          <a:xfrm>
            <a:off x="1297500" y="1990250"/>
            <a:ext cx="7038900" cy="24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С</a:t>
            </a:r>
            <a:r>
              <a:rPr lang="ru" sz="1800"/>
              <a:t>амый нижний уровень, на котором работает все вышеперечисленное. Это операционная система, которая может быть одной из нескольких Windows-платформ, включая Windows XP, Windows 2000, Windows 7, Windows 10.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Типы проектов</a:t>
            </a:r>
            <a:endParaRPr/>
          </a:p>
        </p:txBody>
      </p:sp>
      <p:sp>
        <p:nvSpPr>
          <p:cNvPr id="237" name="Google Shape;237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 - Windows-приложение использует элементы интерфейса Windows, включая формы, кнопки, флажки и пр.;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- консольное приложение выполняет вывод на экран «на консоль», то есть в окно командного процессора;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- библиотека классов объединяет классы, которые предназначены для использования в других приложениях;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- веб-приложение – это приложение, доступ к которому выполняется через браузер (например, Internet Explorer) и которое по запросу формирует веб-страницу и отправляет её клиенту по сети;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- веб-сервис – компонент, методы которого могут вызываться через Интернет</a:t>
            </a:r>
            <a:endParaRPr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Программа “Hello, World!”</a:t>
            </a:r>
            <a:endParaRPr/>
          </a:p>
        </p:txBody>
      </p:sp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1297500" y="1567550"/>
            <a:ext cx="7038900" cy="3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using System;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namespace ConsoleApplication1{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class Class1{</a:t>
            </a:r>
            <a:endParaRPr/>
          </a:p>
          <a:p>
            <a:pPr indent="45720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static void Main(string[ ] args){</a:t>
            </a:r>
            <a:endParaRPr/>
          </a:p>
          <a:p>
            <a:pPr indent="45720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Console.WriteLine(“Hello, World!”);</a:t>
            </a:r>
            <a:endParaRPr/>
          </a:p>
          <a:p>
            <a:pPr indent="45720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}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