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9346a772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9346a772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9346a772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9346a772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9346a772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9346a772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9346a772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9346a772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9346a772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9346a772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9346a772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9346a772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9346a772e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9346a772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9346a772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9346a772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9346a772e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9346a772e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9346a772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9346a772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9346a772e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9346a772e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9346a772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9346a772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9346a772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9346a772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610dacb8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610dacb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610dacb8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610dacb8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9346a772e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9346a772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9346a772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9346a772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9346a772e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9346a772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9346a772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9346a772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9346a772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9346a772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610dacb8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4610dacb8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Интроспекция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Интроспекция представляет собой процесс выявления типов во время выполнения приложения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 Рефлексия — это способность компьютерной программы изучать и модифицировать свою структуру и поведение (значения, мета-данные, свойства и функции) во время выполнения.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Пространство имен System.Reflection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Assembly: класс, представляющий сборку и позволяющий манипулировать этой сборкой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AssemblyName: класс, хранящий информацию о сборке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MemberInfo: базовый абстрактный класс, определяющий общий функционал для классов EventInfo, FieldInfo, MethodInfo и PropertyInfo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EventInfo: класс, хранящий информацию о событии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FieldInfo: хранит информацию об определенном поле типа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MethodInfo: хранит информацию об определенном методе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Пространство имен System.Reflection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PropertyInfo: хранит информацию о свойстве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ConstructorInfo: класс, представляющий конструктор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Module: класс, позволяющий получить доступ к определенному модулю внутри сборки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ParameterInfo: класс, хранящий информацию о параметре метода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System.Type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FindMembers() возвращает массив объектов MemberInfo данного типа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GetConstructors() возвращает все конструкторы данного типа в виде набора объектов ConstructorInfo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GetEvents() возвращает все события данного типа в виде массива объектов EventInfo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GetFields() возвращает все поля данного типа в виде массива объектов FieldInfo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GetInterfaces() получает все реализуемые данным типом интерфейсы в виде массива объектов Type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GetMembers() возвращает все члены типа в виде массива объектов MemberInfo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Класс System.Type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GetMethods() получает все методы типа в виде массива объектов MethodInfo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Метод GetProperties() получает все свойства в виде массива объектов PropertyInfo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Свойство IsAbstract возвращает true, если тип является абстрактным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Свойство IsArray возвращает true, если тип является массивом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Свойство IsClass возвращает true, если тип представляет класс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Свойство IsEnum возвращает true, если тип является перечислением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Свойство IsInterface возвращает true, если тип представляет интерфейс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типа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1.	с помощью ключевого слова typeof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2.	с помощью метода GetType() класса Object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3.	применяя статический метод Type.GetType()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Приеры в файле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Поучение информации о типе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static void main(string[] args){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Type myType = Type.GetType("TestConsole.User", false, true);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foreach(MemberInfo mi in myType.GetMembers())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Console.WriteLine(mi.DeclaringType + " " + mi.MemberType + " " + mi.Name);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Console.ReadLine();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Свойство MemberType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MemberTypes.Constructor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MemberTypes.Method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MemberTypes.Field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MemberTypes.Event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MemberTypes.Property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MemberTypes.NestedType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информации о методах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в файле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Перечисление BindingFlags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DeclaredOnly: получает только методы непосредственно данного класса, унаследованные методы не извлекаются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Instance: получает только методы экземпляра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NonPublic: извлекает не публичные методы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Public: получает только публичные методы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Static: получает только статические методы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тоько некотрых методов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Объединяя данные значения с помощью побитовой операции ИЛИ можно комбинировать вывод.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Например, получим только методы самого класса без унаследованных, как публичные, так и все остальные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MethodInfo[] methods = myType.GetMethods(BindingFlags.DeclaredOnly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    | BindingFlags.Instance | BindingFlags.NonPublic | BindingFlags.Public);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конструкторов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в файле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Поиск реализованных интерфейсов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Console.WriteLine("Реализованные интерфейсы:");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foreach (Type i in myType.GetInterfaces()){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Console.WriteLine(i.Name);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// Без рефлексии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public class MyCar{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public void Start() 	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	Console.WriteLine("Started!");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}}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Main method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MyCar car = new MyCar();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car.Start();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Рефлексия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/</a:t>
            </a:r>
            <a:r>
              <a:rPr lang="ru"/>
              <a:t>/ С рефлексией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Type myCarType = Type.GetType("Serge.ReflectionSample.MyCar", false, true);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if(myCarType != null){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// для простоты получаем ссылку на конструктор без параметров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ConstructorInfo ci = myCarType.GetConstructor(new Type[]{});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// вызываем конструктор, используя Reflection. конструктор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// возвращает ссылку на созданный объект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object myCarReflected = ci.Invoke(new object[]{});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Динамическая загрузка сборок 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307850"/>
            <a:ext cx="7038900" cy="31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static void Main(string[] args){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Assembly asm = Assembly.LoadFrom("TestConsole.exe");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Console.WriteLine(asm.FullName);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// получаем все типы из сборки TestConsole.exe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Type[] types = asm.GetTypes();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foreach(Type t in types)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Console.WriteLine(t.Name);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Позднее связывание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пример в файле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в .NET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в .NET представляют специальные инструменты, которые позволяют встраивать в сборку дополнительные метаданные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С помощью рефлексии стандартные классы .NET получают использованные атрибуты и производят определенные действия.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Например, атрибут [Serializable] указывает классу BinaryFormatter, что объекты с данным атрибутом можно сохранять в бинарный файл. В то ж время пока к классу с атрибутом не применена рефлексия, атрибут не размещается в памяти, и никакого влияния на данный класс не оказывает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атрибута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public class RoleInfoAttribute : System.Attribute{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public string Name { get; set;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public int Code { get; set; 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public RoleInfoAttribute()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{ 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public RoleInfoAttribute(string name)    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    Name = name;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}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Применение атрибута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297500" y="1047500"/>
            <a:ext cx="7038900" cy="3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[Type t = typeof(User);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object[] attrs = t.GetCustomAttributes(false);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foreach(RoleInfoAttribute roleAttr in attrs){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Console.WriteLine(roleAttr.Name);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Интроспекция и рефлексия — это очень мощные инструменты современных языков, и их понимание может позволить вам писать по-настоящему крутой код.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Интроспекция — это изучение атрибутов объекта, а рефлексия — это манипуляция ими.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Будьте внимательны при использовании рефлексии, поскольку она может сделать ваш код нечитаемым и уязвимым. Чем больше сила, тем больше и ответственность — вот девиз всего, что связано с метапрогрммированием.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