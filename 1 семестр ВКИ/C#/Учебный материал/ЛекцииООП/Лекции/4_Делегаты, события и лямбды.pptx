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3b0ff300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3b0ff300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3b0ff300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3b0ff300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3b0ff300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3b0ff300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3b0ff300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3b0ff300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3b0ff300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3b0ff300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3b0ff3004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3b0ff300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3b0ff300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3b0ff300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3b0ff300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3b0ff300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3b0ff300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3b0ff300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3b0ff300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3b0ff300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3b0ff300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3b0ff300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3b0ff3004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3b0ff3004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3b0ff300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3b0ff300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3b0ff300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3b0ff300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3b0ff3004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3b0ff300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3b0ff300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3b0ff300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3b0ff300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3b0ff300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3b0ff3004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3b0ff3004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3b0ff3004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3b0ff300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Делегаты, события и лямбды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Мухортова Н.Н.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делегатов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Делегаты - это указатели на методы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delegate int Operation(int x, int y);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delegate void GetMessage();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00"/>
              <a:t>Методы, на которые ссылаются делегаты, должны иметь те же параметры и тот же тип возвращаемого значения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делегатов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135400"/>
            <a:ext cx="7038900" cy="3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delegate void GetMessage(); // 1. Объявляем делегат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static void Main(string[] args)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GetMessage del; // 2. Создаем переменную делегата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if (DateTime.Now.Hour &lt; 12)    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del = GoodMorning; // 3. Присваиваем этой переменной адрес метода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}        else    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del = GoodEvening;    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del.Invoke(); // 4. Вызываем метод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Console.ReadLine();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делегатов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private static void GoodMorning()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Console.WriteLine("Good Morning");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private static void GoodEvening()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Console.WriteLine("Good Evening");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делегатов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Присваивание делегату адреса метода через конструктор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delegate int Operation(int x, int y);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private static int Add(int x, int y)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return x+y;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private static int Multiply (int x, int y)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return x * y;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Определение делегатов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static void Main(string[] args)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// присваивание адреса метода через контруктор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Operation del = new Operation(Add); // делегат указывает на метод Add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int result = del.Invoke(4,5);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Console.WriteLine(result);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del = Multiply; // теперь делегат указывает на метод Multiply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result = del.Invoke(4, 5);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Console.WriteLine(result);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Делегаты как параметры методов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053325"/>
            <a:ext cx="7038900" cy="3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delegate void GetMessage();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private static void Show_Message(GetMessage  _del)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_del.Invoke();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private static void GoodMorning()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Console.WriteLine("Good Morning");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private static void GoodEvening()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Console.WriteLine("Good Evening");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Делегаты как параметры методов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static void Main(string[] args)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if (DateTime.Now.Hour &lt; 12)    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Show_Message(GoodMorning);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}        else    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 Show_Message(GoodEvening);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Console.ReadLine();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делегатов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Делегаты позволяют создать функционал методов обратного вызова, уведомляя другие объекты о произошедших событиях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00"/>
              <a:t>Пример в отдельном файле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делегатов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121725"/>
            <a:ext cx="7038900" cy="3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class Account{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public delegate void AccountStateHandler(string message);    </a:t>
            </a:r>
            <a:r>
              <a:rPr lang="ru" sz="1400"/>
              <a:t> // Объявляем делегат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AccountStateHandler _del; </a:t>
            </a:r>
            <a:r>
              <a:rPr lang="ru" sz="1400"/>
              <a:t> // Создаем переменную делегата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// Регистрируем делегат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void RegisterHandler(AccountStateHandler del)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_del = del;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    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// Далее остальные строки класса Account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делегатов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108050"/>
            <a:ext cx="7038900" cy="3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public void Withdraw(int sum){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if (sum &lt;= _sum)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_sum -= sum;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if (_del != null)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_del($"Сумма {sum} снята со счета");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    else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if (_del != null)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_del("Недостаточно денег на счете");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делегатов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108050"/>
            <a:ext cx="7038900" cy="3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static void Main(string[] args)    {       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Account account = new Account(200); // создаем банковский счет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// Добавляем в делегат ссылку на метод Show_Message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// а сам делегат передается в качестве параметра метода RegisterHandler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account.RegisterHandler(new Account.AccountStateHandler(Show_Message));       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account.Withdraw(100); // Пытаемся снять деньги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account.Withdraw(150); // Пытаемся снять деньги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Console.ReadLine();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400"/>
              <a:t>    }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делегатов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108050"/>
            <a:ext cx="7038900" cy="3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private static void Show_Message(String message)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Console.WriteLine(message);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События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События объявляются в классе с помощью ключевого слова event, после которого идет название делегата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// Объявляем делегат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public delegate void AccountStateHandler(string message);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// Событие, возникающее при выводе денег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public event AccountStateHandler Withdrawn;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Пример в файле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Обработчик события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039650"/>
            <a:ext cx="70389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class AccountEventArgs{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// Сообщение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string Message{get;}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// Сумма, на которую изменился счет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int Sum {get;}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public AccountEventArgs(string mes, int sum)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Message = mes;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Sum = sum;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Анонимные методы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Определение анонимных методов начинается с ключевого слова delegate, после которого идет в скобках список параметров и тело метода в фигурных скобках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delegate(параметры)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// инструкции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Анонимные методы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class Program{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delegate void MessageHandler(string message);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static void Main(string[] args)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MessageHandler handler = delegate(string mes)    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    Console.WriteLine(mes);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};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handler("hello world!");     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}}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Анонимный метод как аргумент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491075"/>
            <a:ext cx="7038900" cy="29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class Program{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delegate void MessageHandler(string message);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static void Main(string[] args)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ShowMessage("hello!", delegate(string mes)    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Console.WriteLine(mes);        });        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static void ShowMessage(string mes, MessageHandler handler)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handler(mes);    }}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Анонимные методы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1.	Если анонимный метод использует параметры, то они должны соответствовать параметрам делегата.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2.	Если для анонимного метода не требуется параметров, то скобки с параметрами опускаются.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3.	При этом даже если делегат принимает несколько параметров, то в анонимном методе можно вовсе опустить параметры, тогда он соответствует любому делегату, который имеет тот же тип возвращаемого значения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930200"/>
            <a:ext cx="7038900" cy="3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class Program{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delegate void MessageHandler(string message);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static void Main(string[] args)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MessageHandler handler = delegate        {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    Console.WriteLine("анонимный метод");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};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handler("hello world!");    // анонимный метод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    Console.Read();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    }}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