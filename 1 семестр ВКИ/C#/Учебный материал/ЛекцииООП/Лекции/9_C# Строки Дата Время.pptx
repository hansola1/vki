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Lato-regular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46" Type="http://schemas.openxmlformats.org/officeDocument/2006/relationships/font" Target="fonts/Lato-italic.fntdata"/><Relationship Id="rId23" Type="http://schemas.openxmlformats.org/officeDocument/2006/relationships/slide" Target="slides/slide18.xml"/><Relationship Id="rId45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La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81bf8d58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81bf8d58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81bf8d58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81bf8d58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81bf8d58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81bf8d58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81bf8d58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81bf8d58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81bf8d58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81bf8d58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81bf8d58d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81bf8d58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81bf8d58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81bf8d58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81bf8d58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81bf8d58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81bf8d58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81bf8d58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81bf8d58d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81bf8d58d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81bf8d58d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81bf8d58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81bf8d58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81bf8d58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81bf8d58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81bf8d58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81bf8d58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81bf8d58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81bf8d58d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81bf8d58d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81bf8d58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81bf8d58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81bf8d58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81bf8d58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81bf8d58d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81bf8d58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81bf8d58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81bf8d58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81bf8d58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481bf8d58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81bf8d58d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481bf8d58d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81bf8d58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81bf8d58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481bf8d58d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481bf8d58d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481bf8d58d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481bf8d58d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481bf8d58d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481bf8d58d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81bf8d58d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81bf8d58d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81bf8d58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81bf8d58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81bf8d58d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481bf8d58d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481bf8d58d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481bf8d58d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481bf8d58d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481bf8d58d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481bf8d58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481bf8d58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81bf8d58d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81bf8d58d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81bf8d58d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81bf8d58d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C# Строки Дата Время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Мухортова Н.Н.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string s1 = "hello";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s2 = null;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s3 = new String('a', 6); // результатом будет строка "aaaaaa"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s4 = new String(new char[]{'w', 'o', 'r', 'l', 'd'});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Строка как набор символов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public char this[int index] {get;} индексатор строки, определен в классе  System.String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s1 = "hello";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char ch1 = s1[1]; // символ 'e'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Console.WriteLine(ch1);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Console.WriteLine(s1.Length);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Concat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Конкатенация строк или объединение может производиться как с помощью операции +, так и с помощью метода Concat: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s1 = "hello";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s2 = "world";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s3 = s1 + " " + s2; // результат: строка "hello world"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s4 = String.Concat(s3, "!!!"); // результат: строка "hello world!!!"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Join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307850"/>
            <a:ext cx="7038900" cy="3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string s6 = "a day";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s7 = "keeps";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s8 = "a doctor";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s9 = "away";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string[] values = new string[] { s5, s6, s7, s8, s9 };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 </a:t>
            </a:r>
            <a:r>
              <a:rPr b="1" lang="ru" sz="1400"/>
              <a:t>Join:</a:t>
            </a:r>
            <a:r>
              <a:rPr lang="ru" sz="1400"/>
              <a:t> соединяет элементы массива строк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s10 = String.Join(" ", values);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результат: строка "apple a day keeps a doctor away"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Compare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string s1 = "hello";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s2 = "world";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int result = String.Compare(s1, s2);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IndexOf 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Определить индекс первого вхождения отдельного символа или подстроки в строке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s1 = "hello world";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char ch = 'o';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int indexOfChar = s1.IndexOf(ch); // равно 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subString = "wor";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int indexOfSubstring = s1.IndexOf(subString); // равно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StartsWith и EndsWith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string path = "C:\SomeDir";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string[] files = Directory.GetFiles(path);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for (int i = 0; i &lt; files.Length; i++)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if(files[i].EndsWith(".exe"))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File.Delete(files[i]);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Split 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Разделить строку на массив подстрок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text = "И поэтому все так произошло";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string[] words = text.Split(new char[] { ' ' });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foreach (string s in words){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Console.WriteLine(s);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удаляет повторные пробелы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string[] words = text.Split(new char[] { ' ' }, StringSplitOptions.RemoveEmptyEntries);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Trim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обрезки начальных или концевых символов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text = " hello world 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text.Trim(); // результат "hello world"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text.Trim(new char[] { 'd', 'h' }); // результат "ello worl"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Substring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Обрезать определенную часть строки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text.Substring(2);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результат "роший день"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обрезаем сначала до последних двух символов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text.Substring(0, text.Length - 2);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результат "роший де"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Insert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вставки одной строки в другую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text = "Хороший день";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subString = "замечательный 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text.Insert(8, subString);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"Хороший замечательный день"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Remove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095175"/>
            <a:ext cx="70389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Удалить часть строки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text = "Хороший день";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int ind = text.Length - 1;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вырезаем последний символ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text.Remove(ind);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"Хороший ден"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вырезаем первые два символа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text.Remove(0, 2);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"роший ден"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Replace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Заменить один символ или подстроку на другую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text = "хороший день";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text.Replace("хороший", "плохой");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"плохой день"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text = text.Replace("о", "");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"плхй день"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ToUpper() и ToLower()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приведения строки к верхнему и нижнему регистру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hello = "Hello world!";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Console.WriteLine(hello.ToLower()); // hello world!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Console.WriteLine(hello.ToUpper()); // HELLO WORLD!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методы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	Contains: определяет, содержится ли подстрока в строке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2.	CopyTo: копирует часть строки или всю строку в другую строку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3.	LastIndexOf: находит индекс последнего вхождения символа или подстроки в строке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Форматирование строк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Person person = new Person { Name = "Tom", Age = 23 };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Console.WriteLine("Имя: {0}  Возраст: {1}", person.Name, person.Age);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	То же самое с помощью метода String.Format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string output = String.Format("Имя: {0}  Возраст: {1}", person.Name, person.Age);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Console.WriteLine(output);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Интерполяция строк</a:t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297500" y="1253500"/>
            <a:ext cx="7038900" cy="32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 доллара перед строкой указывает, что будет осуществляться интерполяция строк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Person person = new Person { Name = "Tom", Age = 23 };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Console.WriteLine($"Имя: {person.Name}  Возраст: {person.Age}");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int x = 8;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int y = 7;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result = $"{x} + {y} = {x + y}";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Console.WriteLine(result); // 8 + 7 = 15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Интерполяция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person не равен null, то вывод имени, иначе вывод имени по умолчанию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output = $"{person?.Name??"Имя по умолчанию"}";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Номер телефона в формате +x xxx-xxx-xx-xx  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long number = 19876543210;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Console.WriteLine($"{number:+# ### ### ## ##}"); // +1 987 654 32 10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Регулярные выражения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Regex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string s = "Бык тупогуб, тупогубенький бычок, у быка губа бела была тупа";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Regex regex = new Regex(@"туп(\w*)");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MatchCollection matches = regex.Matches(s);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if (matches.Count &gt; 0){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foreach (Match match in matches)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Console.WriteLine(match.Value);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Параметр RegexOptions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1297500" y="1161150"/>
            <a:ext cx="7038900" cy="3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Compiled: при установке этого значения регулярное выражение компилируется в сборку, что обеспечивает более быстрое выполнение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CultureInvariant: при установке этого значения будут игнорироваться региональные различия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IgnoreCase: при установке этого значения будет игнорироваться регистр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IgnorePatternWhitespace: удаляет из строки пробелы и разрешает комментарии, начинающиеся со знака #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Multiline: указывает, что текст надо рассматривать в многострочном режиме. При таком режиме символы "^" и "$" совпадают, соответственно, с началом и концом любой строки, а не с началом и концом всего текста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RightToLeft: приписывает читать строку справа налево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Singleline: устанавливает однострочный режим, а весь текст рассматривается как одна строка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Параметр RegexOptions</a:t>
            </a:r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Regex regex = new Regex(@"туп(\w*)", RegexOptions.IgnoreCase);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При необходимости можно установить несколько параметров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Regex regex = new Regex(@"туп(\w*)", RegexOptions.Compiled | RegexOptions.IgnoreCase);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Синтаксис регулярных выражений</a:t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^: соответствие должно начинаться в начале строки (например, выражение @"^пр\w*" соответствует слову "привет" в строке "привет мир")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$: конец строки (например, выражение @"\w*ир$" соответствует слову "мир" в строке "привет мир", так как часть "ир" находится в самом конце)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.: знак точки определяет любой одиночный символ (например, выражение "м.р" соответствует слову "мир" или "мор")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Синтаксис регулярных выражений</a:t>
            </a:r>
            <a:endParaRPr/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*: предыдущий символ повторяется 0 и более раз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+: предыдущий символ повторяется 1 и более раз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?: предыдущий символ повторяется 0 или 1 раз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\s: соответствует любому пробельному символу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\S: соответствует любому символу, не являющемуся пробелом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Синтаксис регулярных выражений</a:t>
            </a:r>
            <a:endParaRPr/>
          </a:p>
        </p:txBody>
      </p:sp>
      <p:sp>
        <p:nvSpPr>
          <p:cNvPr id="279" name="Google Shape;279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\w: соответствует любому алфавитно-цифровому символу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\W: соответствует любому не алфавитно-цифровому символу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\d: соответствует любой десятичной цифре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\D : соответствует любому символу, не являющемуся десятичной цифрой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на соответствие строки формату</a:t>
            </a:r>
            <a:endParaRPr/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Нахождение телефонного номера в формате 111-111-1111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string s = "456-435-2318";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Regex regex = new Regex(@"\d{3}-\d{3}-\d{4}");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Если известно, сколько определенных символов должно быть, то можно явным образом указать их количество в фигурных скобках: \d{3} - то есть в данном случае три цифры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на соответствие строки формату</a:t>
            </a:r>
            <a:endParaRPr/>
          </a:p>
        </p:txBody>
      </p:sp>
      <p:sp>
        <p:nvSpPr>
          <p:cNvPr id="291" name="Google Shape;291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Переменная pattern задает регулярное выражение для проверки адреса электронной почты.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Данное выражение предлагается Microsoft на страницах msdn.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Пример в файле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датами и временем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DateTime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работы с датами и временем в .NET предназначена структура DateTime.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Представляет время, обычно выраженное как дата и время суток.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Она представляет дату и время от 00:00:00 1 января 0001 года до 23:59:59 31 декабря 9999 года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Для работы с датами и временем в .NET предназначена структура DateTime. Она представляет дату и время от 00:00:00 1 января 0001 года до 23:59:59 31 декабря 9999 года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Для работы с датами и временем в .NET предназначена структура DateTime. Она представляет дату и время от 00:00:00 1 января 0001 года до 23:59:59 31 декабря 9999 года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Инициализация</a:t>
            </a:r>
            <a:endParaRPr/>
          </a:p>
        </p:txBody>
      </p:sp>
      <p:sp>
        <p:nvSpPr>
          <p:cNvPr id="303" name="Google Shape;303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DateTime date1 = new DateTime(2008, 5, 1, 8, 30, 52);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DateTime dat1 = new DateTime();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// The following method call displays 1/1/0001 12:00:00 AM.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Console.WriteLine(dat1.Equals(DateTime.MinValue));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DateTime date1 = DateTime.Now;    //берет текущую дату и время компьютера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DateTime date2 = DateTime.UtcNow;  // дата и время относительно времени по Гринвичу (GMT)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DateTime date3 = DateTime.Today;      //  только текущая дата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Операции с DateTime</a:t>
            </a:r>
            <a:endParaRPr/>
          </a:p>
        </p:txBody>
      </p:sp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Add(DateTime date): добавляет дату date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AddDays(double value): добавляет к текущей дате несколько дней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AddHours(double value): добавляет к текущей дате несколько часов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AddMinutes(double value): добавляет к текущей дате несколько минут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AddMonths(int value): добавляет к текущей дате несколько месяцев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и другие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Console.WriteLine(date1.AddHours(3));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Console.WriteLine(date1.Subtract(date2));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методов форматирования</a:t>
            </a:r>
            <a:endParaRPr/>
          </a:p>
        </p:txBody>
      </p:sp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DateTime date1 = new DateTime(2015, 7, 20, 18, 30, 25);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Console.WriteLine(date1.ToLocalTime()); // 20.07.2015 21:30:25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Console.WriteLine(date1.ToUniversalTime()); // 20.07.2015 15:30:25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Console.WriteLine(date1.ToLongDateString()); // 20 июля 2015 г.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Console.WriteLine(date1.ToShortDateString()); // 20.07.2015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Console.WriteLine(date1.ToLongTimeString()); // 18:30:25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Console.WriteLine(date1.ToShortTimeString()); // 18:30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Значения даты и времени и календарей</a:t>
            </a:r>
            <a:endParaRPr/>
          </a:p>
        </p:txBody>
      </p:sp>
      <p:sp>
        <p:nvSpPr>
          <p:cNvPr id="321" name="Google Shape;321;p4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ChineseLunisolarCalendar;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EastAsianLunisolarCalendar;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GregorianCalendar;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HebrewCalendar;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HijriCalendar;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JapaneseCalendar;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JapaneseLunisolarCalendar; и  другие ...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Прямое форматирование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строковых форматов</a:t>
            </a:r>
            <a:endParaRPr/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	Поный формат даты. Например, 17 июля 2015 г.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	Краткий формат даты. Например, 17.07.2015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F	Полный формат даты и времени. Например, 17 июля 2015 г. 17:04:43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f	Полный формат даты и краткий формат времени. Например, 17 июля 2015 г. 17:04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G	Краткий формат даты и полный формат времени. Например, 17.07.2015 17:04:43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g	Краткий формат даты и времени. Например, 17.07.2015 17:04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M, m	Формат дней месяца. Например, 17 июля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и другие...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использования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1297500" y="1187525"/>
            <a:ext cx="7038900" cy="32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DateTime now = DateTime.Now;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Console.WriteLine("D: " + now.ToString("D"));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Console.WriteLine("d: " +  now.ToString("d"));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Console.WriteLine("F: " + now.ToString("F"));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Console.WriteLine("f: {0:f}", now);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Console.WriteLine("G: {0:G}", now);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Console.WriteLine("g: {0:g}", now);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Console.WriteLine("M: {0:M}", now);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Console.WriteLine("O: {0:O}", now);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