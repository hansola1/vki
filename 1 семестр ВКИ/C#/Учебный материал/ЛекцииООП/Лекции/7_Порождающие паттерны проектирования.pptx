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67bdb202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67bdb202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67bdb202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67bdb202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67bdb202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67bdb202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67bdb2023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67bdb2023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67bdb2023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67bdb2023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67bdb2023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67bdb2023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67bdb2023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67bdb2023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67bdb2023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67bdb2023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67bdb2023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67bdb2023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67bdb2023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467bdb2023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67bdb2023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67bdb2023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Порождающие паттерны проектирования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Паттерны проектирования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Паттерн представляет определенный способ построения программного кода для решения часто встречающихся проблем проектирования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Эрих Гамма, Ричард Хелм, Ральф Джонсон, Джон Влиссидес - авторы книги, которая называлась "Design Patterns: Elements of Reusable Object-Oriented Software" (на русском языке известна как "Приемы объектно-ориентированного проектирования. Паттерны проектирования") и которая вышла в свет в 1994 году. 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Коллектив авторов нередко называют "Банда четырёх" или Gang of Four или сокращенно GoF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паттернов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6071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AutoNum type="arabicPeriod"/>
            </a:pPr>
            <a:r>
              <a:rPr lang="ru" sz="14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Порождающие</a:t>
            </a:r>
            <a:endParaRPr sz="14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AutoNum type="arabicPeriod"/>
            </a:pPr>
            <a:r>
              <a:rPr lang="ru" sz="14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Структурные</a:t>
            </a:r>
            <a:endParaRPr sz="14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AutoNum type="arabicPeriod"/>
            </a:pPr>
            <a:r>
              <a:rPr lang="ru" sz="14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Поведенческие</a:t>
            </a:r>
            <a:endParaRPr sz="14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AutoNum type="arabicPeriod"/>
            </a:pPr>
            <a:r>
              <a:rPr lang="ru" sz="14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Паттерны классов</a:t>
            </a:r>
            <a:endParaRPr sz="14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AutoNum type="arabicPeriod"/>
            </a:pPr>
            <a:r>
              <a:rPr lang="ru" sz="14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Патерн объектов и тд</a:t>
            </a:r>
            <a:endParaRPr sz="1400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Наследование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975" y="1068325"/>
            <a:ext cx="2076450" cy="373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5665" y="1160950"/>
            <a:ext cx="2352675" cy="34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Ассоциация</a:t>
            </a:r>
            <a:endParaRPr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525" y="1850430"/>
            <a:ext cx="5840850" cy="2103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Композиция</a:t>
            </a: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744" y="1819275"/>
            <a:ext cx="6058425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Агрегация</a:t>
            </a:r>
            <a:endParaRPr/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956" y="1785575"/>
            <a:ext cx="5848100" cy="22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Паттерн - абстрактная фабрика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Когда?</a:t>
            </a:r>
            <a:endParaRPr sz="1200"/>
          </a:p>
          <a:p>
            <a:pPr indent="-304800" lvl="0" marL="5969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Когда заранее неизвестно, объекты каких типов необходимо создавать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596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Когда система должна быть независимой от процесса создания новых объектов и расширяемой: в нее можно легко вводить новые классы, объекты которых система должна создавать.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596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Когда создание новых объектов необходимо делегировать из базового класса классам наследникам</a:t>
            </a:r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Абстрактная фабрика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25" y="1397975"/>
            <a:ext cx="8772950" cy="34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Абстрактная фабрика</a:t>
            </a:r>
            <a:endParaRPr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подрядчика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Пример Супергероя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