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5dfa241a9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5dfa241a9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5dfa241a9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5dfa241a9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45dfa241a9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45dfa241a9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45dfa241a9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45dfa241a9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45dfa241a9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45dfa241a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5dfa241a9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5dfa241a9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45dfa241a9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45dfa241a9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45dfa241a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45dfa241a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5dfa241a9_0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5dfa241a9_0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45dfa241a9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45dfa241a9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5dfa241a9_0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5dfa241a9_0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45dfa241a9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45dfa241a9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45dfa241a9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45dfa241a9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5dfa241a9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5dfa241a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45dfa241a9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45dfa241a9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45dfa241a9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45dfa241a9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45dfa241a9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45dfa241a9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45dfa241a9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45dfa241a9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/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/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Паттерны поведения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Структурные паттерны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Стратегия (Strategy)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Паттерн Стратегия (Strategy) представляет шаблон проектирования, который определяет набор алгоритмов, инкапсулирует каждый из них и обеспечивает их взаимозаменяемость.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В зависимости от ситуации мы можем легко заменить один используемый алгоритм другим.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Замена алгоритма происходит независимо от объекта, который использует данный алгоритм.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применять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есть несколько родственных классов, которые отличаются поведением. Можно задать один основной класс, а разные варианты поведения вынести в отдельные классы и при необходимости их применять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Когда необходимо обеспечить выбор из нескольких вариантов алгоритмов, которые можно легко менять в зависимости от условий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Когда необходимо менять поведение объектов на стадии выполнения программы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Когда класс, применяющий определенную функциональность, ничего не должен знать о ее реализации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6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Стратегия (Strategy)</a:t>
            </a:r>
            <a:endParaRPr/>
          </a:p>
        </p:txBody>
      </p:sp>
      <p:pic>
        <p:nvPicPr>
          <p:cNvPr descr="Паттерн Стратегия в C#" id="153" name="Google Shape;15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6136" y="1218000"/>
            <a:ext cx="6671725" cy="34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Формальное определение интерфейса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297500" y="1103025"/>
            <a:ext cx="7038900" cy="337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public interface IStrategy{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void Algorithm();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public class ConcreteStrategy1 : IStrategy{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public void Algorithm() {}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public class ConcreteStrategy2 : IStrategy{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public void Algorithm(){}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Формальное определение стратегии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public class Context{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public IStrategy ContextStrategy { get; set;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	public Context(IStrategy _strategy){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		ContextStrategy = _strategy;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public void ExecuteAlgorithm(){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    ContextStrategy.Algorithm();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    }}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Участники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 IStrategy, который определяет метод Algorithm(). Это общий интерфейс для всех реализующих его алгоритмов. Вместо интерфейса здесь также можно было бы использовать абстрактный класс.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Классы ConcreteStrategy1 и ConcreteStrategy, которые реализуют интерфейс IStrategy, предоставляя свою версию метода Algorithm(). Подобных классов-реализаций может быть множество.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 Context хранит ссылку на объект IStrategy и связан с интерфейсом IStrategy отношением агрегации.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Пример в файле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Наблюдатель (Observer)</a:t>
            </a:r>
            <a:endParaRPr/>
          </a:p>
        </p:txBody>
      </p:sp>
      <p:sp>
        <p:nvSpPr>
          <p:cNvPr id="177" name="Google Shape;177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Паттерн "Наблюдатель" (Observer) представляет поведенческий шаблон проектирования, который использует отношение "один ко многим".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Есть один наблюдаемый объект и множество наблюдателей.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При изменении наблюдаемого объекта автоматически происходит оповещение всех наблюдателей.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использовать</a:t>
            </a:r>
            <a:endParaRPr/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система состоит из множества классов, объекты которых должны находиться в согласованных состояниях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Когда общая схема взаимодействия объектов предполагает две стороны: одна рассылает сообщения и является главным, другая получает сообщения и реагирует на них. Отделение логики обеих сторон позволяет их рассматривать независимо и использовать отдельно друга от друга.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Когда существует один объект, рассылающий сообщения, и множество подписчиков, которые получают сообщения. При этом точное число подписчиков заранее неизвестно и процессе работы программы может изменяться.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Структурные паттерны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Декоратор (Decorator)</a:t>
            </a:r>
            <a:endParaRPr/>
          </a:p>
        </p:txBody>
      </p:sp>
      <p:sp>
        <p:nvSpPr>
          <p:cNvPr id="189" name="Google Shape;189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Декоратор (Decorator) представляет структурный шаблон проектирования, который позволяет динамически подключать к объекту дополнительную функциональность.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ru"/>
              <a:t>Декораторы являются более гибкой альтернативой наследованию, поскольку позволяют динамически в процессе выполнения определять новые возможности у объектов.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Наблюдатель (Observer) </a:t>
            </a:r>
            <a:r>
              <a:rPr lang="ru" sz="1400"/>
              <a:t>пример в файле</a:t>
            </a:r>
            <a:endParaRPr sz="1400"/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989225"/>
            <a:ext cx="6944251" cy="395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Участники</a:t>
            </a:r>
            <a:endParaRPr/>
          </a:p>
        </p:txBody>
      </p:sp>
      <p:sp>
        <p:nvSpPr>
          <p:cNvPr id="201" name="Google Shape;201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IObservable: представляет наблюдаемый объект. Определяет три метода: AddObserver() (для добавления наблюдателя), RemoveObserver() (удаление набюдателя) и NotifyObservers() (уведомление наблюдателей)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ConcreteObservable: конкретная реализация интерфейса IObservable. Определяет коллекцию объектов наблюдателей.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IObserver: представляет наблюдателя, который подписывается на все уведомления наблюдаемого объекта. Определяет метод Update(), который вызывается наблюдаемым объектом для уведомления наблюдателя.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ConcreteObserver: конкретная реализация интерфейса IObserver.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использовать</a:t>
            </a:r>
            <a:endParaRPr/>
          </a:p>
        </p:txBody>
      </p:sp>
      <p:sp>
        <p:nvSpPr>
          <p:cNvPr id="207" name="Google Shape;207;p2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надо динамически добавлять к объекту новые функциональные возможности. При этом данные возможности могут быть сняты с объекта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Когда применение наследования неприемлемо. Например, если нам надо определить множество различных функциональностей и для каждой функциональности наследовать отдельный класс, то структура классов может очень сильно разрастись. Еще больше она может разрастись, если нам необходимо создать классы, реализующие все возможные сочетания добавляемых функциональностей.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Декоратор</a:t>
            </a:r>
            <a:endParaRPr/>
          </a:p>
        </p:txBody>
      </p:sp>
      <p:pic>
        <p:nvPicPr>
          <p:cNvPr id="213" name="Google Shape;21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925" y="1307850"/>
            <a:ext cx="7420476" cy="354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Участники </a:t>
            </a:r>
            <a:r>
              <a:rPr lang="ru" sz="1400"/>
              <a:t>пример в файле</a:t>
            </a:r>
            <a:endParaRPr sz="1400"/>
          </a:p>
        </p:txBody>
      </p:sp>
      <p:sp>
        <p:nvSpPr>
          <p:cNvPr id="219" name="Google Shape;219;p27"/>
          <p:cNvSpPr txBox="1"/>
          <p:nvPr>
            <p:ph idx="1" type="body"/>
          </p:nvPr>
        </p:nvSpPr>
        <p:spPr>
          <a:xfrm>
            <a:off x="1297500" y="1307850"/>
            <a:ext cx="7038900" cy="317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Component: абстрактный класс, который определяет интерфейс для наследуемых объектов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ConcreteComponent: конкретная реализация компонента, в которую с помощью декоратора добавляется новая функциональность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Decorator: собственно декоратор, реализуется в виде абстрактного класса и имеет тот же базовый класс, что и декорируемые объекты. Поэтому базовый класс Component должен быть по возможности легким и определять только базовый интерфейс.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 декоратора также хранит ссылку на декорируемый объект в виде объекта базового класса Component и реализует связь с базовым классом как через наследование, так и через отношение агрегации.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Классы ConcreteDecoratorA и ConcreteDecoratorB представляют дополнительные функциональности, которыми должен быть расширен объект ConcreteComponent.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Заместитель (Прокси)</a:t>
            </a:r>
            <a:endParaRPr/>
          </a:p>
        </p:txBody>
      </p:sp>
      <p:sp>
        <p:nvSpPr>
          <p:cNvPr id="225" name="Google Shape;225;p2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Паттерн Заместитель (Proxy) предоставляет объект-заместитель, который управляет доступом к другому объекту.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То есть создается объект-суррогат, который может выступать в роли другого объекта и замещать его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использовать</a:t>
            </a:r>
            <a:endParaRPr/>
          </a:p>
        </p:txBody>
      </p:sp>
      <p:sp>
        <p:nvSpPr>
          <p:cNvPr id="231" name="Google Shape;231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Когда надо осуществлять взаимодействие по сети, а объект-проси должен имитировать поведения объекта в другом адресном пространстве. Использование прокси позволяет снизить накладные издержки при передачи данных через сеть. Подобная ситуация еще называется удалённый заместитель (remote proxies)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Когда нужно управлять доступом к ресурсу, создание которого требует больших затрат. Реальный объект создается только тогда, когда он действительно может понадобится, а до этого все запросы к нему обрабатывает прокси-объект. Подобная ситуация еще называется виртуальный заместитель (virtual proxies)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Когда необходимо разграничить доступ к вызываемому объекту в зависимости от прав вызывающего объекта. Подобная ситуация еще называется защищающий заместитель (protection proxies)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Заместитель</a:t>
            </a:r>
            <a:endParaRPr/>
          </a:p>
        </p:txBody>
      </p:sp>
      <p:pic>
        <p:nvPicPr>
          <p:cNvPr id="237" name="Google Shape;23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1307850"/>
            <a:ext cx="6304700" cy="35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Участники</a:t>
            </a:r>
            <a:endParaRPr/>
          </a:p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Subject: определяет общий интерфейс для Proxy и RealSubject. Поэтому Proxy может использоваться вместо RealSubject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RealSubject: представляет реальный объект, для которого создается прокси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Proxy: заместитель реального объекта. Хранит ссылку на реальный объект, контролирует к нему доступ, может управлять его созданием и удалением. При необходимости Proxy переадресует запросы объекту RealSubject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ru"/>
              <a:t>Client: использует объект Proxy для доступа к объекту RealSubject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