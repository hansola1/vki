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61e37621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61e37621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61e37621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61e37621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61e37621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61e37621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61e37621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61e37621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61e37621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61e37621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61e37621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61e37621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61e37621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61e37621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61e376213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61e37621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61e376213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61e376213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61e37621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61e37621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61e376213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61e37621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61e37621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61e37621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61e376213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61e376213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61e37621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61e37621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C# Управление памятью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Cборщик мусора (garbage collector) 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После очистки памяти в результате очередной сборки мусора оставшиеся объекты перемещаются в один непрерывный блок памяти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Вместе с этим происходит обновление ссылок, чтобы они правильно указывали на новые адреса объектов.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Для крупных объектов ( &lt; 85 000 байт) существует своя куча - Large Object Heap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Поколения объектов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0 - относятся новые объекты, которые еще ни разу не подвергались сборке мусора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1 - относятся объекты, которые пережили одну сборку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2 - объекты, прошедшие более одной сборки мусора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Те объекты, на которые уже нет ссылок, уничтожаются, а те, которые по-прежнему актуальны, повышаются до следующего поколения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System.GC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AddMemoryPressure информирует среду CLR о выделении большого объема неуправляемой памяти, которую надо учесть при планировании сборки мусора. В связке с этим методом используется метод RemoveMemoryPressure, который указывает CLR, что ранее выделенная память освобождена, и ее не надо учитывать при сборке мусора.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Collect приводит в действие механизм сборки мусора. Перегруженные версии метода позволяют указать поколение объектов, вплоть до которого надо произвести сборку мусора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GetGeneration(Object) позволяет определить номер поколения, к которому относится переданый в качестве параметра объект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GetTotalMemory возвращает объем памяти в байтах, которое занято в управляемой куче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WaitForPendingFinalizers приостанавливает работу текущего потока до освобождения всех объектов, для которых производится сборка мусора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Сборка мусора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long totalMemory = GC.GetTotalMemory(false);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GC.Collect();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GC.WaitForPendingFinalizers();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Например, GC.Collect(0) - удаляются только объекты поколения 0.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Перечисление GCCollectionMode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Default: значение по умолчанию для данного перечисления (Forced)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Forced: вызывает немедленное выполнение сборки мусора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Optimized: позволяет сборщику мусора определить, является ли текущий момент оптимальным для сборки мусора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Например, немедленная сборка мусора вплоть до первого поколения объектов: GC.Collect(1, GCCollectionMode.Forced);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Освобождение неуправляемых ресурсов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Создание деструктора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Реализация классом интерфейса System.IDisposable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деструкторов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public class Person{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~Person()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Console.Beep();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</a:t>
            </a:r>
            <a:r>
              <a:rPr lang="ru"/>
              <a:t>етод Finalize 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Однако на деле при очистке сборщик мусора вызывает не деструктор, а метод Finalize класса Person. Компилятор C# компилирует деструктор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protected override void Finalize(){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try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// здесь идут инструкции деструктора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}    finally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base.Finalize();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Неявный вызов деструктора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Используя в программе класс Person, после ее завершения можно будет услышать голосовой сигнал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static void Main(string[] args)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Test();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Console.ReadLine();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private static void Test()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Person p = new Person();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IDisposable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IDisposable объявляет один единственный метод Dispose, в котором при реализации интерфейса в классе должно происходить освобождение неуправляемых ресурсов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Пример в файле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Общие рекомендации по использованию Finalize и Dispose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Деструктор следует реализовывать только у тех объектов, которым он действительно необходим, так как метод Finalize оказывает сильное влияние на производительность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После вызова метода Dispose необходимо блокировать у объекта вызов метода Finalize с помощью GC.SuppressFinalize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При создании производных классов от базовых, которые реализуют интерфейс IDisposable, следует также вызывать метод Dispose базового класса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Отдавайте предпочтение комбинированному шаблону, реализующему как метод Dispose, так и деструктор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Указатели Ключевое слово unsafe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static void Main(string[] args){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// блок кода, использующий указатели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unsafe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{      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unsafe private static void PointerMethod(){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unsafe struct State{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fixed и закрепление указателей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В работу классов может в любой момент вмешаться сборщик мусора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Чтобы фиксировать на все время работы указатели на объекты классов используется оператор fixed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Фиксация указателя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unsafe{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Person person = new Person();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person.age = 28;    person.height = 178;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fixed(int* p = &amp;person.age)    {                      </a:t>
            </a:r>
            <a:r>
              <a:rPr lang="ru"/>
              <a:t>// блок фиксации указателя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if (*p &lt; 30)    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    *p = 30;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}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Console.WriteLine(person.age); // 30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