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C1549-2C4E-4CEC-886B-86122FBD8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9C6DBD-E7EA-4A44-8382-166270312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67D3B8-D783-415E-9BC6-C51CCDEE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72642E-4974-4524-A9A7-5E6F61296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E8B2CC-5BC2-41FE-9DBB-F2CBC6AE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194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F9C64-C10B-46CF-8637-D5203CEF3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4E241D-94CE-4CBA-825E-5E1AB1344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1B02DC-4618-4B1C-ABDD-99245431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9B3058-4093-4387-A1DC-4D61C856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EBBF13-B1A8-44D7-86AA-BC91686E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37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5D0EA-F876-442B-B314-A7419CF5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7EA5C0-4C10-44B9-85D0-50D1DB304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BB3D86-1FF3-4DC2-A79E-09198776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F1BC3-396F-424E-9BB6-147FA18B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5ACE1B-F910-4362-9E3F-22420D60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980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4BB75-A25D-440E-A301-AF6FE6EB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A731F0-6ECA-4722-970E-6352962F6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E2407B-7BC2-4905-A3E0-59F31A5FF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61DFE5-D01A-47DE-94E4-1E1C5905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85A10A-57FB-48D6-B9B4-017D082CD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1561A7-1753-4624-8BA6-F97FB87B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53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31B55-3939-4C0F-9469-2CB4E907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D436BB-EEF1-44C3-BE3C-9E3ADCF66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C93846-594F-43B3-8B60-7BCAD5EAA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307E17-B785-4319-B1DD-3575FE138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30DDA0-B215-4D96-9394-6046D7F477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7CF122-B4AA-43E2-93F4-5EE77AE3F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7EDDF6E-250C-4E35-89AD-52BD4C40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D7C1A7-7067-44F7-B7C0-B3519FED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6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59390-6EB4-4144-A560-1DC4DC09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B85D8B7-A0AE-4838-9461-6CE59ABAD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4A4E6BD-5CDC-49FB-AEB3-4B5DE6B6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9B0D6D7-A961-4727-9AFD-5EED1E0B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706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71709E-06BF-4C88-B96F-7DCEDAB6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5C43E2-D107-41CC-A2E8-63051DBB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5CBDC-5A79-4E67-99DC-7A34D50E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79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26BB3-5F74-48EA-8CCE-A402E1FD5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E33929-4CFB-4861-A141-FCD825D97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4778BD-2D0D-42B7-91EB-91645C4B8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1B7FC2-F06A-40CA-A893-378486EA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66F785-9DD3-4126-B8E1-057EFF62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66BD34-B45F-4750-BB15-381DFCCD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51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B6871-F911-4104-AB74-9CEE4EB0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498673-7E2D-472F-8684-02895EFD2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ACC15E-9D0B-414F-81BD-9DE61CA05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9C2F6A-D321-4439-A1B4-8375E7E51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631993-AF3C-45F0-BB2A-D34B315F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43AF9-14DB-4CA3-B2FB-B9092993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95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02CDC-5F10-4D21-82F4-A33D8AD7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612466-8EDF-4AB2-AB8D-8F94FD745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637B61-E0A9-4D23-8ADA-556A4CB46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2C84D9-F864-4590-ACF4-151237BF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A7BC1A-1E99-479D-9824-F3605E59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60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58F68ED-658D-464F-89A4-453EB933D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FD30F9-8400-4451-95CA-400CA6F22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C7C93-EB2A-43E0-B941-C12B76506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0C1F4C-C6DB-4419-B0DC-F2C016435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96AD23-F956-480C-8276-393C73C99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75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3E01C5-1538-4ED5-A55D-93B59521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E16712-F2FB-4DF4-A406-793037F06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8C4FF5-086A-4672-9DC1-C4D3AA73C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195C8-EE3B-4BAC-8A18-51F1DA6F46B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A49A77-F15C-4371-92E0-E93C0A4FD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915D02-B9CD-4CEB-8D67-584B310A3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08AB8-AB95-4142-82FB-339E79AA7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06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BB7D8-0F94-444B-B65C-38A0F27B38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Windows </a:t>
            </a:r>
            <a:r>
              <a:rPr lang="ru-RU" dirty="0">
                <a:solidFill>
                  <a:srgbClr val="FF0000"/>
                </a:solidFill>
              </a:rPr>
              <a:t>приложения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8924C9-9ADB-41BC-B13C-0FD41CA1EB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00B050"/>
                </a:solidFill>
              </a:rPr>
              <a:t>На языке </a:t>
            </a:r>
            <a:r>
              <a:rPr lang="en-US" sz="2400" dirty="0">
                <a:solidFill>
                  <a:srgbClr val="00B050"/>
                </a:solidFill>
              </a:rPr>
              <a:t>C#</a:t>
            </a:r>
            <a:endParaRPr lang="ru-RU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rgbClr val="00B050"/>
                </a:solidFill>
              </a:rPr>
              <a:t>Тема </a:t>
            </a:r>
            <a:r>
              <a:rPr lang="en-US" sz="2400" dirty="0">
                <a:solidFill>
                  <a:srgbClr val="00B050"/>
                </a:solidFill>
              </a:rPr>
              <a:t>10</a:t>
            </a:r>
          </a:p>
          <a:p>
            <a:r>
              <a:rPr lang="ru-RU" sz="24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Игра «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Сапер»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7473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Игровое поле</a:t>
            </a:r>
            <a:endParaRPr lang="en-US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0A8B39-900B-4FFE-9A1B-15851BB20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197" y="2265988"/>
            <a:ext cx="6469485" cy="308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43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Код программы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Saper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Graphics g;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Button[,]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Button[12, 12];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Массив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кнопок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Bitmap Mina;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Bitmap Flag;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Bitmap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Vopros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a =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[12, 12];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//Контрольный массив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50;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20;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dx = 30;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30;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718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Mina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"D:/C#/My_Text/mina.png"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Flag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"D:/C#/My_Text/flag.jpg"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Vopros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"D:/C#/My_Text/vopros.png"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8029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Create_pole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i, j, k, l; 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//Заполняем контрольный массив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12;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12;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== 0) || (j == 0) ||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== 11) || (j == 11))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 = -1;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 = 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 = 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Random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Random();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340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(n &lt; 10)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//Расстановка мин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k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(1, 11);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(1, 11);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(a[k, l] == 0)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a[k, l] = -5;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n++;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0665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//Расстановка количества мин в </a:t>
            </a:r>
            <a:r>
              <a:rPr lang="ru-RU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соседник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 клетках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1; i &lt; 11;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= 1; j &lt; 11;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 != -5)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n = 0;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(k = i - 1; k &lt; i + 2; k++)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(l = j - 1; l &lt; j + 2; l++)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(!((k ==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&amp;&amp; (l == j)) &amp;&amp; (a[k, l] == -5))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n = n + 1;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 = n;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7101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Create_pole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Drawpole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();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Create_Buttons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2133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Create_Buttons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//Массив кнопок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12;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12;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.Controls.Contains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j]))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.Controls.Remove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913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12;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12;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j].Left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 (j ) * dx;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bt[i, j].Top = ny + (i) * dy;</a:t>
            </a: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bt[i, j].Width = dx;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j].Height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== 0) || (j == 0) ||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== 11) || (j == 11))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j].Visible=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bt[i, j].Tag = 0;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468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Color.Green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MouseDown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bt_MouseDown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bt[i, j].Tag = 0;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Controls.Add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3556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bt_MouseDown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j,k,l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Button Tb;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Tb = sender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Tb.FlatStyle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FlatStyle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j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Tb.Left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/ dx - 1;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Tb.Top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textBox1.Text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j.ToString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для отладки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textBox2.Text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i.ToString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e.Button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MouseButtons.Left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Open(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7025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Если правая кнопка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)bt[i,j].Tag)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0: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//Ставим флажок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 ].Image = Flag;</a:t>
            </a: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bt[i , j ].Tag = -5;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-5: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//Вопрос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j].Image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Vopros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bt[i , j ].Tag = 2;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5008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2: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//Убираем флажок и вопрос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, j ].Image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bt[i , j ].Tag = 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601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1: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//Щелчок по цифре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 = 0;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(k = i - 1; k &lt; i + 2; k++)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(l = j - 1; l &lt; j + 2; l++)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[k, l].Tag == -5)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       n++;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Считаем мины вокруг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(n &lt; a[i, j])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мало мин"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646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{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(k = i - 1; k &lt; i + 2; k++)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(l = j - 1; l &lt; j + 2; l++)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(((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[k, l].Tag == -5) &amp;&amp; (a[k, l] != -5))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"Взрыв"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//Мина стоит неправильно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Все правильно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Open(k, l);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4401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Open(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i,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j)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//Рекурсивная функция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k,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l,n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0: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//Если пустая клетка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, j ].Tag == 0)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{</a:t>
            </a: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bt[i, j ].Tag = 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 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Color.White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ForeColor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, j ].Text = 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(k = i - 1; k &lt; i + 2; k++)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(l = j - 1; l &lt; j + 2; l++)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Open(k, l);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//Если цифра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215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1: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2: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3: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4: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5: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6: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7: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j].Tag == 0)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{</a:t>
            </a: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bt[i , j ].Tag = 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, j 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Color.White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, j 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ForeColor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, j ].Text = 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0639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-5: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Если мина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 ].Tag != -5)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{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1; i &lt; 11;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= 1; j &lt; 11;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 == -5)</a:t>
            </a: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bt[i , j].Image = Mina;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 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ForeColor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, j 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Color.White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j].Text = 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215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Сапер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C1DF-C836-46F0-86F6-A5C345E4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5773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200F-5973-4DB9-879D-FD64E86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Успешной работы над проектом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1B05D43-36A9-4AE1-8667-DC5A69F64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30757187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1660</Words>
  <Application>Microsoft Office PowerPoint</Application>
  <PresentationFormat>Широкоэкранный</PresentationFormat>
  <Paragraphs>235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Times New Roman</vt:lpstr>
      <vt:lpstr>Тема Office</vt:lpstr>
      <vt:lpstr>Windows приложения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Игра Сапер</vt:lpstr>
      <vt:lpstr>Успешной работы над проектом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приложения</dc:title>
  <dc:creator>Леонид Попов</dc:creator>
  <cp:lastModifiedBy>Леонид Попов</cp:lastModifiedBy>
  <cp:revision>4</cp:revision>
  <dcterms:created xsi:type="dcterms:W3CDTF">2021-01-30T06:53:22Z</dcterms:created>
  <dcterms:modified xsi:type="dcterms:W3CDTF">2021-03-16T12:21:26Z</dcterms:modified>
</cp:coreProperties>
</file>